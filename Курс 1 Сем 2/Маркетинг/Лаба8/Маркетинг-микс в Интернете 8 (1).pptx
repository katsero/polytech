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</p:sldMasterIdLst>
  <p:sldIdLst>
    <p:sldId id="256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70" r:id="rId42"/>
    <p:sldId id="269" r:id="rId43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11.xml"/><Relationship Id="rId42" Type="http://schemas.openxmlformats.org/officeDocument/2006/relationships/slide" Target="slides/slide10.xml"/><Relationship Id="rId41" Type="http://schemas.openxmlformats.org/officeDocument/2006/relationships/slide" Target="slides/slide9.xml"/><Relationship Id="rId40" Type="http://schemas.openxmlformats.org/officeDocument/2006/relationships/slide" Target="slides/slide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7.xml"/><Relationship Id="rId38" Type="http://schemas.openxmlformats.org/officeDocument/2006/relationships/slide" Target="slides/slide6.xml"/><Relationship Id="rId37" Type="http://schemas.openxmlformats.org/officeDocument/2006/relationships/slide" Target="slides/slide5.xml"/><Relationship Id="rId36" Type="http://schemas.openxmlformats.org/officeDocument/2006/relationships/slide" Target="slides/slide4.xml"/><Relationship Id="rId35" Type="http://schemas.openxmlformats.org/officeDocument/2006/relationships/slide" Target="slides/slide3.xml"/><Relationship Id="rId34" Type="http://schemas.openxmlformats.org/officeDocument/2006/relationships/slide" Target="slides/slide2.xml"/><Relationship Id="rId33" Type="http://schemas.openxmlformats.org/officeDocument/2006/relationships/slide" Target="slides/slide1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4" Type="http://schemas.openxmlformats.org/officeDocument/2006/relationships/theme" Target="../theme/theme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4" Type="http://schemas.openxmlformats.org/officeDocument/2006/relationships/theme" Target="../theme/theme1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4" Type="http://schemas.openxmlformats.org/officeDocument/2006/relationships/theme" Target="../theme/theme16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4" Type="http://schemas.openxmlformats.org/officeDocument/2006/relationships/theme" Target="../theme/theme1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4" Type="http://schemas.openxmlformats.org/officeDocument/2006/relationships/theme" Target="../theme/theme1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4" Type="http://schemas.openxmlformats.org/officeDocument/2006/relationships/theme" Target="../theme/theme19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4" Type="http://schemas.openxmlformats.org/officeDocument/2006/relationships/theme" Target="../theme/theme20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4" Type="http://schemas.openxmlformats.org/officeDocument/2006/relationships/theme" Target="../theme/theme21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4" Type="http://schemas.openxmlformats.org/officeDocument/2006/relationships/theme" Target="../theme/theme2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4" Type="http://schemas.openxmlformats.org/officeDocument/2006/relationships/theme" Target="../theme/theme2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4" Type="http://schemas.openxmlformats.org/officeDocument/2006/relationships/theme" Target="../theme/theme2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4" Type="http://schemas.openxmlformats.org/officeDocument/2006/relationships/theme" Target="../theme/theme2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4" Type="http://schemas.openxmlformats.org/officeDocument/2006/relationships/theme" Target="../theme/theme2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2" name="Google Shape;10;p2"/>
            <p:cNvPicPr/>
            <p:nvPr/>
          </p:nvPicPr>
          <p:blipFill>
            <a:blip r:embed="rId2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1;p2"/>
            <p:cNvPicPr/>
            <p:nvPr/>
          </p:nvPicPr>
          <p:blipFill>
            <a:blip r:embed="rId3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" name="Google Shape;13;p2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52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52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8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9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4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2"/>
            <a:srcRect l="28359" r="28359" b="56512"/>
            <a:stretch>
              <a:fillRect/>
            </a:stretch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3"/>
            <a:srcRect l="2611" t="15569" r="78800" b="11296"/>
            <a:stretch>
              <a:fillRect/>
            </a:stretch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3"/>
            <a:srcRect l="-3477" t="28515" r="79950" b="11567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2"/>
            <a:srcRect l="14460" t="59539" r="39317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2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3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3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2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2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3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3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2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1" name="Google Shape;169;p15"/>
            <p:cNvPicPr/>
            <p:nvPr/>
          </p:nvPicPr>
          <p:blipFill>
            <a:blip r:embed="rId2"/>
            <a:srcRect t="25169" r="78561" b="15088"/>
            <a:stretch>
              <a:fillRect/>
            </a:stretch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70;p15"/>
            <p:cNvPicPr/>
            <p:nvPr/>
          </p:nvPicPr>
          <p:blipFill>
            <a:blip r:embed="rId3"/>
            <a:srcRect l="15332" t="49838" r="38444" b="2221"/>
            <a:stretch>
              <a:fillRect/>
            </a:stretch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3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4" name="Google Shape;172;p15"/>
            <p:cNvPicPr/>
            <p:nvPr/>
          </p:nvPicPr>
          <p:blipFill>
            <a:blip r:embed="rId3"/>
            <a:srcRect l="44287" t="1775" r="12435" b="54273"/>
            <a:stretch>
              <a:fillRect/>
            </a:stretch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Google Shape;173;p15"/>
            <p:cNvPicPr/>
            <p:nvPr/>
          </p:nvPicPr>
          <p:blipFill>
            <a:blip r:embed="rId2"/>
            <a:srcRect l="-5663" t="7601" r="81780" b="27732"/>
            <a:stretch>
              <a:fillRect/>
            </a:stretch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7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2" name="Google Shape;182;p16"/>
            <p:cNvPicPr/>
            <p:nvPr/>
          </p:nvPicPr>
          <p:blipFill>
            <a:blip r:embed="rId2"/>
            <a:srcRect t="28154" r="83008" b="11928"/>
            <a:stretch>
              <a:fillRect/>
            </a:stretch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Google Shape;183;p16"/>
            <p:cNvPicPr/>
            <p:nvPr/>
          </p:nvPicPr>
          <p:blipFill>
            <a:blip r:embed="rId3"/>
            <a:srcRect l="13257" t="4640" r="52035" b="54899"/>
            <a:stretch>
              <a:fillRect/>
            </a:stretch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5" name="Google Shape;185;p16"/>
            <p:cNvPicPr/>
            <p:nvPr/>
          </p:nvPicPr>
          <p:blipFill>
            <a:blip r:embed="rId3"/>
            <a:srcRect l="31146" t="56446" r="25575" b="4983"/>
            <a:stretch>
              <a:fillRect/>
            </a:stretch>
          </p:blipFill>
          <p:spPr>
            <a:xfrm>
              <a:off x="0" y="0"/>
              <a:ext cx="4437720" cy="2069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Google Shape;186;p16"/>
            <p:cNvPicPr/>
            <p:nvPr/>
          </p:nvPicPr>
          <p:blipFill>
            <a:blip r:embed="rId2"/>
            <a:srcRect l="4614" t="2365" r="79209" b="23718"/>
            <a:stretch>
              <a:fillRect/>
            </a:stretch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68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9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70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2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4" name="Google Shape;195;p17"/>
            <p:cNvPicPr/>
            <p:nvPr/>
          </p:nvPicPr>
          <p:blipFill>
            <a:blip r:embed="rId2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Google Shape;196;p17"/>
            <p:cNvPicPr/>
            <p:nvPr/>
          </p:nvPicPr>
          <p:blipFill>
            <a:blip r:embed="rId3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6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7" name="Google Shape;198;p17"/>
            <p:cNvPicPr/>
            <p:nvPr/>
          </p:nvPicPr>
          <p:blipFill>
            <a:blip r:embed="rId3"/>
            <a:srcRect l="36932" t="-9160" r="19789" b="65672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Google Shape;199;p17"/>
            <p:cNvPicPr/>
            <p:nvPr/>
          </p:nvPicPr>
          <p:blipFill>
            <a:blip r:embed="rId2"/>
            <a:srcRect l="-4381" t="29604" r="80498" b="5729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9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84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5" name="Google Shape;209;p18"/>
            <p:cNvPicPr/>
            <p:nvPr/>
          </p:nvPicPr>
          <p:blipFill>
            <a:blip r:embed="rId2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Google Shape;210;p18"/>
            <p:cNvPicPr/>
            <p:nvPr/>
          </p:nvPicPr>
          <p:blipFill>
            <a:blip r:embed="rId3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7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8" name="Google Shape;212;p18"/>
            <p:cNvPicPr/>
            <p:nvPr/>
          </p:nvPicPr>
          <p:blipFill>
            <a:blip r:embed="rId3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Google Shape;213;p18"/>
            <p:cNvPicPr/>
            <p:nvPr/>
          </p:nvPicPr>
          <p:blipFill>
            <a:blip r:embed="rId2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0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1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2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5" name="Google Shape;220;p19"/>
            <p:cNvPicPr/>
            <p:nvPr/>
          </p:nvPicPr>
          <p:blipFill>
            <a:blip r:embed="rId2"/>
            <a:srcRect l="-6507" t="19162" r="82983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221;p19"/>
            <p:cNvPicPr/>
            <p:nvPr/>
          </p:nvPicPr>
          <p:blipFill>
            <a:blip r:embed="rId3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7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8" name="Google Shape;223;p19"/>
            <p:cNvPicPr/>
            <p:nvPr/>
          </p:nvPicPr>
          <p:blipFill>
            <a:blip r:embed="rId3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Google Shape;224;p19"/>
            <p:cNvPicPr/>
            <p:nvPr/>
          </p:nvPicPr>
          <p:blipFill>
            <a:blip r:embed="rId2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1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6" name="Google Shape;233;p20"/>
            <p:cNvPicPr/>
            <p:nvPr/>
          </p:nvPicPr>
          <p:blipFill>
            <a:blip r:embed="rId2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7" name="Google Shape;234;p20"/>
            <p:cNvPicPr/>
            <p:nvPr/>
          </p:nvPicPr>
          <p:blipFill>
            <a:blip r:embed="rId3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8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9" name="Google Shape;236;p20"/>
            <p:cNvPicPr/>
            <p:nvPr/>
          </p:nvPicPr>
          <p:blipFill>
            <a:blip r:embed="rId3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237;p20"/>
            <p:cNvPicPr/>
            <p:nvPr/>
          </p:nvPicPr>
          <p:blipFill>
            <a:blip r:embed="rId2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12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3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2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3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3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2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32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3" name="Google Shape;251;p21"/>
            <p:cNvPicPr/>
            <p:nvPr/>
          </p:nvPicPr>
          <p:blipFill>
            <a:blip r:embed="rId2"/>
            <a:srcRect l="-4857" t="19162" r="81329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Google Shape;252;p21"/>
            <p:cNvPicPr/>
            <p:nvPr/>
          </p:nvPicPr>
          <p:blipFill>
            <a:blip r:embed="rId3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5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6" name="Google Shape;254;p21"/>
            <p:cNvPicPr/>
            <p:nvPr/>
          </p:nvPicPr>
          <p:blipFill>
            <a:blip r:embed="rId3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7" name="Google Shape;255;p21"/>
            <p:cNvPicPr/>
            <p:nvPr/>
          </p:nvPicPr>
          <p:blipFill>
            <a:blip r:embed="rId2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9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3" name="Google Shape;262;p22"/>
            <p:cNvPicPr/>
            <p:nvPr/>
          </p:nvPicPr>
          <p:blipFill>
            <a:blip r:embed="rId2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4" name="Google Shape;263;p22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5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6" name="Google Shape;265;p22"/>
            <p:cNvPicPr/>
            <p:nvPr/>
          </p:nvPicPr>
          <p:blipFill>
            <a:blip r:embed="rId2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Google Shape;266;p22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9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50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4" name="Google Shape;276;p23"/>
            <p:cNvPicPr/>
            <p:nvPr/>
          </p:nvPicPr>
          <p:blipFill>
            <a:blip r:embed="rId2"/>
            <a:srcRect l="1389" t="26408" r="75083" b="13674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277;p23"/>
            <p:cNvPicPr/>
            <p:nvPr/>
          </p:nvPicPr>
          <p:blipFill>
            <a:blip r:embed="rId3"/>
            <a:srcRect l="21159" t="55236" r="32617" b="4309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7" name="Google Shape;279;p23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Google Shape;280;p23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60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61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4" name="Google Shape;293;p24"/>
            <p:cNvPicPr/>
            <p:nvPr/>
          </p:nvPicPr>
          <p:blipFill>
            <a:blip r:embed="rId2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Google Shape;294;p24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6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7" name="Google Shape;296;p24"/>
            <p:cNvPicPr/>
            <p:nvPr/>
          </p:nvPicPr>
          <p:blipFill>
            <a:blip r:embed="rId2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297;p24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9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70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5" name="Google Shape;311;p25"/>
            <p:cNvPicPr/>
            <p:nvPr/>
          </p:nvPicPr>
          <p:blipFill>
            <a:blip r:embed="rId2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6" name="Google Shape;312;p25"/>
            <p:cNvPicPr/>
            <p:nvPr/>
          </p:nvPicPr>
          <p:blipFill>
            <a:blip r:embed="rId3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7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8" name="Google Shape;314;p25"/>
            <p:cNvPicPr/>
            <p:nvPr/>
          </p:nvPicPr>
          <p:blipFill>
            <a:blip r:embed="rId3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Google Shape;315;p25"/>
            <p:cNvPicPr/>
            <p:nvPr/>
          </p:nvPicPr>
          <p:blipFill>
            <a:blip r:embed="rId2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81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2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5" name="Google Shape;330;p26"/>
            <p:cNvPicPr/>
            <p:nvPr/>
          </p:nvPicPr>
          <p:blipFill>
            <a:blip r:embed="rId2"/>
            <a:srcRect l="-2926" t="36766" r="79402" b="3316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6" name="Google Shape;331;p26"/>
            <p:cNvPicPr/>
            <p:nvPr/>
          </p:nvPicPr>
          <p:blipFill>
            <a:blip r:embed="rId3"/>
            <a:srcRect l="21266" t="61537" r="32510" b="-1992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7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8" name="Google Shape;333;p26"/>
            <p:cNvPicPr/>
            <p:nvPr/>
          </p:nvPicPr>
          <p:blipFill>
            <a:blip r:embed="rId3"/>
            <a:srcRect l="33024" t="-4460" r="23694" b="60971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Google Shape;334;p26"/>
            <p:cNvPicPr/>
            <p:nvPr/>
          </p:nvPicPr>
          <p:blipFill>
            <a:blip r:embed="rId2"/>
            <a:srcRect l="-5874" t="27913" r="81991" b="7421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0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91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98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9" name="Google Shape;360;p27"/>
            <p:cNvPicPr/>
            <p:nvPr/>
          </p:nvPicPr>
          <p:blipFill>
            <a:blip r:embed="rId2"/>
            <a:srcRect l="5320" t="20041" r="76003" b="10779"/>
            <a:stretch>
              <a:fillRect/>
            </a:stretch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Google Shape;361;p27"/>
            <p:cNvPicPr/>
            <p:nvPr/>
          </p:nvPicPr>
          <p:blipFill>
            <a:blip r:embed="rId3"/>
            <a:srcRect l="28192" t="61946" r="22617" b="-2401"/>
            <a:stretch>
              <a:fillRect/>
            </a:stretch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1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2" name="Google Shape;363;p27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3" name="Google Shape;364;p27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5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9" name="Google Shape;371;p28"/>
            <p:cNvPicPr/>
            <p:nvPr/>
          </p:nvPicPr>
          <p:blipFill>
            <a:blip r:embed="rId2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0" name="Google Shape;372;p28"/>
            <p:cNvPicPr/>
            <p:nvPr/>
          </p:nvPicPr>
          <p:blipFill>
            <a:blip r:embed="rId3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1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2" name="Google Shape;374;p28"/>
            <p:cNvPicPr/>
            <p:nvPr/>
          </p:nvPicPr>
          <p:blipFill>
            <a:blip r:embed="rId3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375;p28"/>
            <p:cNvPicPr/>
            <p:nvPr/>
          </p:nvPicPr>
          <p:blipFill>
            <a:blip r:embed="rId2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4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5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6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30" name="Google Shape;400;p30"/>
            <p:cNvPicPr/>
            <p:nvPr/>
          </p:nvPicPr>
          <p:blipFill>
            <a:blip r:embed="rId2"/>
            <a:srcRect l="20101" t="-4417" r="24271" b="60652"/>
            <a:stretch>
              <a:fillRect/>
            </a:stretch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Google Shape;401;p30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3" name="Google Shape;403;p30"/>
            <p:cNvPicPr/>
            <p:nvPr/>
          </p:nvPicPr>
          <p:blipFill>
            <a:blip r:embed="rId2"/>
            <a:srcRect l="20951" t="31283" r="59272" b="6909"/>
            <a:stretch>
              <a:fillRect/>
            </a:stretch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Google Shape;404;p30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5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6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40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41" name="Google Shape;38;p4"/>
              <p:cNvPicPr/>
              <p:nvPr/>
            </p:nvPicPr>
            <p:blipFill>
              <a:blip r:embed="rId2"/>
              <a:srcRect t="28154" r="83008" b="11928"/>
              <a:stretch>
                <a:fillRect/>
              </a:stretch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2" name="Google Shape;39;p4"/>
              <p:cNvPicPr/>
              <p:nvPr/>
            </p:nvPicPr>
            <p:blipFill>
              <a:blip r:embed="rId3"/>
              <a:srcRect l="13257" t="4640" r="52035" b="54899"/>
              <a:stretch>
                <a:fillRect/>
              </a:stretch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43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4" name="Google Shape;41;p4"/>
              <p:cNvPicPr/>
              <p:nvPr/>
            </p:nvPicPr>
            <p:blipFill>
              <a:blip r:embed="rId3"/>
              <a:srcRect l="31146" t="56446" r="25575" b="4983"/>
              <a:stretch>
                <a:fillRect/>
              </a:stretch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5" name="Google Shape;42;p4"/>
              <p:cNvPicPr/>
              <p:nvPr/>
            </p:nvPicPr>
            <p:blipFill>
              <a:blip r:embed="rId2"/>
              <a:srcRect l="4614" t="2365" r="79209" b="23718"/>
              <a:stretch>
                <a:fillRect/>
              </a:stretch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grpSp>
        <p:nvGrpSpPr>
          <p:cNvPr id="248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9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5" name="Google Shape;411;p31"/>
            <p:cNvPicPr/>
            <p:nvPr/>
          </p:nvPicPr>
          <p:blipFill>
            <a:blip r:embed="rId2"/>
            <a:srcRect l="5320" t="20041" r="76003" b="10779"/>
            <a:stretch>
              <a:fillRect/>
            </a:stretch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Google Shape;412;p31"/>
            <p:cNvPicPr/>
            <p:nvPr/>
          </p:nvPicPr>
          <p:blipFill>
            <a:blip r:embed="rId3"/>
            <a:srcRect l="28192" t="61946" r="22617" b="-2401"/>
            <a:stretch>
              <a:fillRect/>
            </a:stretch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7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8" name="Google Shape;414;p31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9" name="Google Shape;415;p31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0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61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62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264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5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6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7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8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70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71" name="Google Shape;52;p5"/>
              <p:cNvPicPr/>
              <p:nvPr/>
            </p:nvPicPr>
            <p:blipFill>
              <a:blip r:embed="rId2"/>
              <a:srcRect t="24398" r="79395" b="13379"/>
              <a:stretch>
                <a:fillRect/>
              </a:stretch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53;p5"/>
              <p:cNvPicPr/>
              <p:nvPr/>
            </p:nvPicPr>
            <p:blipFill>
              <a:blip r:embed="rId3"/>
              <a:srcRect l="18441" t="35658" r="56236" b="-7734"/>
              <a:stretch>
                <a:fillRect/>
              </a:stretch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3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74" name="Google Shape;55;p5"/>
              <p:cNvPicPr/>
              <p:nvPr/>
            </p:nvPicPr>
            <p:blipFill>
              <a:blip r:embed="rId3"/>
              <a:srcRect l="23950" t="-9166" r="32769" b="65678"/>
              <a:stretch>
                <a:fillRect/>
              </a:stretch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5" name="Google Shape;56;p5"/>
              <p:cNvPicPr/>
              <p:nvPr/>
            </p:nvPicPr>
            <p:blipFill>
              <a:blip r:embed="rId2"/>
              <a:srcRect l="-7178" t="31024" r="83294" b="4303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276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7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8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85" name="Google Shape;68;p6"/>
              <p:cNvPicPr/>
              <p:nvPr/>
            </p:nvPicPr>
            <p:blipFill>
              <a:blip r:embed="rId2"/>
              <a:srcRect l="7150" t="55778" r="54598" b="11001"/>
              <a:stretch>
                <a:fillRect/>
              </a:stretch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6" name="Google Shape;69;p6"/>
              <p:cNvPicPr/>
              <p:nvPr/>
            </p:nvPicPr>
            <p:blipFill>
              <a:blip r:embed="rId3"/>
              <a:srcRect l="22791" t="61038" r="30983" b="7330"/>
              <a:stretch>
                <a:fillRect/>
              </a:stretch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8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8" name="Google Shape;71;p6"/>
              <p:cNvPicPr/>
              <p:nvPr/>
            </p:nvPicPr>
            <p:blipFill>
              <a:blip r:embed="rId3"/>
              <a:srcRect l="36970" t="-1818" r="19751" b="58329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9" name="Google Shape;72;p6"/>
              <p:cNvPicPr/>
              <p:nvPr/>
            </p:nvPicPr>
            <p:blipFill>
              <a:blip r:embed="rId2"/>
              <a:srcRect l="-2472" t="21407" r="78589" b="1392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29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9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97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98" name="Google Shape;81;p7"/>
              <p:cNvPicPr/>
              <p:nvPr/>
            </p:nvPicPr>
            <p:blipFill>
              <a:blip r:embed="rId2"/>
              <a:srcRect l="5247" t="15708" r="79654" b="36603"/>
              <a:stretch>
                <a:fillRect/>
              </a:stretch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82;p7"/>
              <p:cNvPicPr/>
              <p:nvPr/>
            </p:nvPicPr>
            <p:blipFill>
              <a:blip r:embed="rId3"/>
              <a:srcRect l="20769" t="56241" r="41266" b="11609"/>
              <a:stretch>
                <a:fillRect/>
              </a:stretch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0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301" name="Google Shape;84;p7"/>
              <p:cNvPicPr/>
              <p:nvPr/>
            </p:nvPicPr>
            <p:blipFill>
              <a:blip r:embed="rId3"/>
              <a:srcRect l="54312" t="9226" r="30044" b="9238"/>
              <a:stretch>
                <a:fillRect/>
              </a:stretch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2" name="Google Shape;85;p7"/>
              <p:cNvPicPr/>
              <p:nvPr/>
            </p:nvPicPr>
            <p:blipFill>
              <a:blip r:embed="rId2"/>
              <a:srcRect l="5068" t="61122" r="71049" b="-9575"/>
              <a:stretch>
                <a:fillRect/>
              </a:stretch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04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305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09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10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11" name="Google Shape;96;p8"/>
              <p:cNvPicPr/>
              <p:nvPr/>
            </p:nvPicPr>
            <p:blipFill>
              <a:blip r:embed="rId2"/>
              <a:srcRect l="-1033" t="37313" r="79191" b="16857"/>
              <a:stretch>
                <a:fillRect/>
              </a:stretch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2" name="Google Shape;97;p8"/>
              <p:cNvPicPr/>
              <p:nvPr/>
            </p:nvPicPr>
            <p:blipFill>
              <a:blip r:embed="rId3"/>
              <a:srcRect l="32806" t="59539" r="33978"/>
              <a:stretch>
                <a:fillRect/>
              </a:stretch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13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14" name="Google Shape;99;p8"/>
              <p:cNvPicPr/>
              <p:nvPr/>
            </p:nvPicPr>
            <p:blipFill>
              <a:blip r:embed="rId3"/>
              <a:srcRect l="35370" t="5164" r="21351" b="51348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5" name="Google Shape;100;p8"/>
              <p:cNvPicPr/>
              <p:nvPr/>
            </p:nvPicPr>
            <p:blipFill>
              <a:blip r:embed="rId2"/>
              <a:srcRect t="21588" r="76117" b="1374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16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17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20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21" name="Google Shape;108;p9"/>
            <p:cNvPicPr/>
            <p:nvPr/>
          </p:nvPicPr>
          <p:blipFill>
            <a:blip r:embed="rId2"/>
            <a:srcRect l="4409" t="12981" r="74479" b="16466"/>
            <a:stretch>
              <a:fillRect/>
            </a:stretch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2" name="Google Shape;109;p9"/>
            <p:cNvPicPr/>
            <p:nvPr/>
          </p:nvPicPr>
          <p:blipFill>
            <a:blip r:embed="rId3"/>
            <a:srcRect l="25294" t="54959" r="42208" b="4803"/>
            <a:stretch>
              <a:fillRect/>
            </a:stretch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3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24" name="Google Shape;111;p9"/>
            <p:cNvPicPr/>
            <p:nvPr/>
          </p:nvPicPr>
          <p:blipFill>
            <a:blip r:embed="rId3"/>
            <a:srcRect l="27569" t="-5675" r="29153" b="62187"/>
            <a:stretch>
              <a:fillRect/>
            </a:stretch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5" name="Google Shape;112;p9"/>
            <p:cNvPicPr/>
            <p:nvPr/>
          </p:nvPicPr>
          <p:blipFill>
            <a:blip r:embed="rId2"/>
            <a:srcRect l="-2630" t="23405" r="78746" b="12271"/>
            <a:stretch>
              <a:fillRect/>
            </a:stretch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6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27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828720" y="101916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200" b="1" strike="noStrike" spc="-1">
                <a:solidFill>
                  <a:schemeClr val="lt1"/>
                </a:solidFill>
                <a:latin typeface="Unbounded"/>
                <a:ea typeface="Unbounded"/>
              </a:rPr>
              <a:t>Маркетинг-микс в Интернете</a:t>
            </a:r>
            <a:endParaRPr lang="fr-FR" sz="52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2305080" y="3191040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4433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Исследование инструментов интернет-маркетинга для комплексного продвижения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5" name="Google Shape;437;p35"/>
          <p:cNvSpPr/>
          <p:nvPr/>
        </p:nvSpPr>
        <p:spPr>
          <a:xfrm>
            <a:off x="3799440" y="391896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6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3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3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428840" y="2362320"/>
            <a:ext cx="6286320" cy="138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1" strike="noStrike" spc="-1">
                <a:solidFill>
                  <a:schemeClr val="lt1"/>
                </a:solidFill>
                <a:latin typeface="Unbounded"/>
                <a:ea typeface="Unbounded"/>
              </a:rPr>
              <a:t>Цель и задачи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title"/>
          </p:nvPr>
        </p:nvSpPr>
        <p:spPr>
          <a:xfrm>
            <a:off x="3733920" y="771480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01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5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5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171440" y="108576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7394" lnSpcReduction="1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Главная цель лабораторной работы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1171440" y="2476440"/>
            <a:ext cx="67910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6943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Цель данной лабораторной работы заключается в изучении теоретических основ и практических аспектов использования инструментов интернет-маркетинга. Она включает в себя освоение ключевых подходов к комплексному продвижению в онлайн-среде, а также анализ эффективности различных стратегий.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8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0" name="Google Shape;478;p38"/>
          <p:cNvGrpSpPr/>
          <p:nvPr/>
        </p:nvGrpSpPr>
        <p:grpSpPr>
          <a:xfrm>
            <a:off x="316080" y="478800"/>
            <a:ext cx="1159200" cy="793080"/>
            <a:chOff x="316080" y="478800"/>
            <a:chExt cx="1159200" cy="793080"/>
          </a:xfrm>
        </p:grpSpPr>
        <p:cxnSp>
          <p:nvCxnSpPr>
            <p:cNvPr id="361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2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3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171440" y="108576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4194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Конкретные задачи для достижения цели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subTitle"/>
          </p:nvPr>
        </p:nvSpPr>
        <p:spPr>
          <a:xfrm>
            <a:off x="1171440" y="2476440"/>
            <a:ext cx="67910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6943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Для достижения поставленной цели необходимо выполнить следующие задачи: изучить основные инструменты email-маркетинга, ознакомиться с этичными методами сбора базы подписчиков, рассмотреть принципы создания результативных email-рассылок, проанализировать концепцию комплексной стратегии интернет-маркетинга и разработать проект стратегии продвижения для выбранного сайта.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66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67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8" name="Google Shape;478;p38"/>
          <p:cNvGrpSpPr/>
          <p:nvPr/>
        </p:nvGrpSpPr>
        <p:grpSpPr>
          <a:xfrm>
            <a:off x="244325" y="263535"/>
            <a:ext cx="1159200" cy="793080"/>
            <a:chOff x="316080" y="478800"/>
            <a:chExt cx="1159200" cy="793080"/>
          </a:xfrm>
        </p:grpSpPr>
        <p:cxnSp>
          <p:nvCxnSpPr>
            <p:cNvPr id="369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0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1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619;p49"/>
          <p:cNvPicPr/>
          <p:nvPr/>
        </p:nvPicPr>
        <p:blipFill>
          <a:blip r:embed="rId1"/>
          <a:srcRect l="33381" r="-1255"/>
          <a:stretch>
            <a:fillRect/>
          </a:stretch>
        </p:blipFill>
        <p:spPr>
          <a:xfrm>
            <a:off x="4944240" y="974520"/>
            <a:ext cx="3247920" cy="3193920"/>
          </a:xfrm>
          <a:prstGeom prst="rect">
            <a:avLst/>
          </a:prstGeom>
          <a:ln w="19050">
            <a:solidFill>
              <a:srgbClr val="FFFFFF"/>
            </a:solidFill>
            <a:round/>
          </a:ln>
        </p:spPr>
      </p:pic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14240" y="885960"/>
            <a:ext cx="4161960" cy="19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Методы и подходы к выполнению задач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714240" y="2819520"/>
            <a:ext cx="416196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0696" lnSpcReduction="10000"/>
          </a:bodyPr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en-GB" sz="1400" b="0" strike="noStrike" spc="-1">
                <a:solidFill>
                  <a:schemeClr val="lt1"/>
                </a:solidFill>
                <a:latin typeface="Actor"/>
                <a:ea typeface="Actor"/>
              </a:rPr>
              <a:t>Для успешного выполнения поставленных задач необходимо применить различные методы и подходы, включая теоретические исследования, практические примеры, а также анализ существующих кейсов в интернет-маркетинге. Использование реальных данных и примеров поможет углубить понимание и освоение темы. Актуальные стратегии, основанные на современных тенденциях и технологиях, должны быть основой исследования.</a:t>
            </a:r>
            <a:endParaRPr lang="en-US" sz="14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75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76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7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8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141220" y="2290445"/>
            <a:ext cx="4786630" cy="13804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6507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1" strike="noStrike" spc="-1">
                <a:solidFill>
                  <a:schemeClr val="lt1"/>
                </a:solidFill>
                <a:latin typeface="Unbounded"/>
                <a:ea typeface="Unbounded"/>
              </a:rPr>
              <a:t>Инструменты email-маркетинга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43280" y="771480"/>
            <a:ext cx="16473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8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8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619;p49"/>
          <p:cNvPicPr/>
          <p:nvPr/>
        </p:nvPicPr>
        <p:blipFill>
          <a:blip r:embed="rId1"/>
          <a:srcRect l="33381" r="-1255"/>
          <a:stretch>
            <a:fillRect/>
          </a:stretch>
        </p:blipFill>
        <p:spPr>
          <a:xfrm>
            <a:off x="4944240" y="974520"/>
            <a:ext cx="3247920" cy="3193920"/>
          </a:xfrm>
          <a:prstGeom prst="rect">
            <a:avLst/>
          </a:prstGeom>
          <a:ln w="19050">
            <a:solidFill>
              <a:srgbClr val="FFFFFF"/>
            </a:solidFill>
            <a:round/>
          </a:ln>
        </p:spPr>
      </p:pic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714240" y="885960"/>
            <a:ext cx="4161960" cy="19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Категории инструментов для рассылок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714240" y="2819520"/>
            <a:ext cx="416196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0696" lnSpcReduction="10000"/>
          </a:bodyPr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en-GB" sz="1400" b="0" strike="noStrike" spc="-1">
                <a:solidFill>
                  <a:schemeClr val="lt1"/>
                </a:solidFill>
                <a:latin typeface="Actor"/>
                <a:ea typeface="Actor"/>
              </a:rPr>
              <a:t>Инструменты для осуществления email-маркетинга можно разделить на несколько категорий: платформы для рассылок (например, Mailchimp, SendinBlue), CRM-системы, которые помогают управлять контактами и рассылками (например, HubSpot), а также скрипты для автоматизации процессов. Каждая категория имеет свои особенности и позволяет маркетологам адаптировать свои стратегии под нужды бизнеса.</a:t>
            </a:r>
            <a:endParaRPr lang="en-US" sz="14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8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9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956310" y="1085850"/>
            <a:ext cx="6922770" cy="14566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Примеры конкретных сервисов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ubTitle"/>
          </p:nvPr>
        </p:nvSpPr>
        <p:spPr>
          <a:xfrm>
            <a:off x="1171440" y="2476440"/>
            <a:ext cx="67910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6943" lnSpcReduction="2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Среди наиболее популярных платформ для email-маркетинга можно выделить такие как Mailchimp — известная своим простым интерфейсом и мощными аналитическими инструментами, а также SendGrid — специализирующуюся на масштабируемых решениях для бизнеса. Другие примеры включают ConvertKit, предназначенный для блогеров и малых бизнесов, и ActiveCampaign, предлагающий отличные возможности для автоматизации.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5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6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97" name="Google Shape;478;p38"/>
          <p:cNvGrpSpPr/>
          <p:nvPr/>
        </p:nvGrpSpPr>
        <p:grpSpPr>
          <a:xfrm>
            <a:off x="179555" y="194955"/>
            <a:ext cx="1159200" cy="793080"/>
            <a:chOff x="316080" y="478800"/>
            <a:chExt cx="1159200" cy="793080"/>
          </a:xfrm>
        </p:grpSpPr>
        <p:cxnSp>
          <p:nvCxnSpPr>
            <p:cNvPr id="398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9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0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171440" y="108576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4194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Ключевые функции современных платформ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ubTitle"/>
          </p:nvPr>
        </p:nvSpPr>
        <p:spPr>
          <a:xfrm>
            <a:off x="1171440" y="2476440"/>
            <a:ext cx="67910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6943" lnSpcReduction="2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Современные платформы для email-маркетинга предлагают множество функций, включая создание и редактирование писем, возможность сегментации аудитории для более таргетированных рассылок, автоматизацию процессов, таких как триггерные рассылки, а также аналитические инструменты для оценки эффективности кампаний. Эти функции помогают улучшить взаимодействие с клиентами и повышают общую эффективность маркетинга.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03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04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405" name="Google Shape;478;p38"/>
          <p:cNvGrpSpPr/>
          <p:nvPr/>
        </p:nvGrpSpPr>
        <p:grpSpPr>
          <a:xfrm>
            <a:off x="316080" y="478800"/>
            <a:ext cx="1159200" cy="793080"/>
            <a:chOff x="316080" y="478800"/>
            <a:chExt cx="1159200" cy="793080"/>
          </a:xfrm>
        </p:grpSpPr>
        <p:cxnSp>
          <p:nvCxnSpPr>
            <p:cNvPr id="406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7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8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619;p49"/>
          <p:cNvPicPr/>
          <p:nvPr/>
        </p:nvPicPr>
        <p:blipFill>
          <a:blip r:embed="rId1"/>
          <a:srcRect l="33381" r="-1255"/>
          <a:stretch>
            <a:fillRect/>
          </a:stretch>
        </p:blipFill>
        <p:spPr>
          <a:xfrm>
            <a:off x="4944240" y="974520"/>
            <a:ext cx="3247920" cy="3193920"/>
          </a:xfrm>
          <a:prstGeom prst="rect">
            <a:avLst/>
          </a:prstGeom>
          <a:ln w="19050">
            <a:solidFill>
              <a:srgbClr val="FFFFFF"/>
            </a:solidFill>
            <a:round/>
          </a:ln>
        </p:spPr>
      </p:pic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714375" y="885825"/>
            <a:ext cx="4161790" cy="7169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Показатели анализа</a:t>
            </a:r>
            <a:endParaRPr lang="ru-RU" altLang="en-GB" sz="29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subTitle"/>
          </p:nvPr>
        </p:nvSpPr>
        <p:spPr>
          <a:xfrm>
            <a:off x="539115" y="1708150"/>
            <a:ext cx="4161790" cy="31311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en-US" altLang="en-US" sz="1400" b="0" strike="noStrike" spc="-1">
                <a:solidFill>
                  <a:srgbClr val="FFFFFF"/>
                </a:solidFill>
                <a:latin typeface="OpenSymbol"/>
              </a:rPr>
              <a:t>- ROI (Return on Investment) - показатель показывающей эффективность в % от инвестиций в дело.</a:t>
            </a:r>
            <a:endParaRPr lang="en-US" altLang="en-US" sz="1400" b="0" strike="noStrike" spc="-1">
              <a:solidFill>
                <a:srgbClr val="FFFFFF"/>
              </a:solidFill>
              <a:latin typeface="OpenSymbol"/>
            </a:endParaRPr>
          </a:p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en-US" altLang="en-US" sz="1400" b="0" strike="noStrike" spc="-1">
                <a:solidFill>
                  <a:srgbClr val="FFFFFF"/>
                </a:solidFill>
                <a:latin typeface="OpenSymbol"/>
              </a:rPr>
              <a:t>- Free Cash Flow (FCF). Это деньги, которые остаются у компании после всех обязательных расходов — на операционную деятельность, налоги и инвестиции. Показатель важен для инвестора: он показывает, сколько денег реально остаётся </a:t>
            </a:r>
            <a:r>
              <a:rPr lang="" altLang="en-US" sz="1400" b="0" strike="noStrike" spc="-1">
                <a:solidFill>
                  <a:srgbClr val="FFFFFF"/>
                </a:solidFill>
                <a:latin typeface="OpenSymbol"/>
              </a:rPr>
              <a:t>«</a:t>
            </a:r>
            <a:r>
              <a:rPr lang="en-US" altLang="en-US" sz="1400" b="0" strike="noStrike" spc="-1">
                <a:solidFill>
                  <a:srgbClr val="FFFFFF"/>
                </a:solidFill>
                <a:latin typeface="OpenSymbol"/>
              </a:rPr>
              <a:t>на руках</a:t>
            </a:r>
            <a:r>
              <a:rPr lang="" altLang="en-US" sz="1400" b="0" strike="noStrike" spc="-1">
                <a:solidFill>
                  <a:srgbClr val="FFFFFF"/>
                </a:solidFill>
                <a:latin typeface="OpenSymbol"/>
              </a:rPr>
              <a:t>»</a:t>
            </a:r>
            <a:r>
              <a:rPr lang="en-US" altLang="en-US" sz="1400" b="0" strike="noStrike" spc="-1">
                <a:solidFill>
                  <a:srgbClr val="FFFFFF"/>
                </a:solidFill>
                <a:latin typeface="OpenSymbol"/>
              </a:rPr>
              <a:t> у бизнеса — для дивидендов, роста, резервов.</a:t>
            </a:r>
            <a:r>
              <a:rPr lang="" altLang="en-US" sz="1400" b="0" strike="noStrike" spc="-1">
                <a:solidFill>
                  <a:srgbClr val="FFFFFF"/>
                </a:solidFill>
                <a:latin typeface="OpenSymbol"/>
              </a:rPr>
              <a:t> </a:t>
            </a:r>
            <a:endParaRPr lang="en-US" altLang="en-US" sz="14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412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413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4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5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6" name="PlaceHolder 1"/>
          <p:cNvSpPr>
            <a:spLocks noGrp="1"/>
          </p:cNvSpPr>
          <p:nvPr/>
        </p:nvSpPr>
        <p:spPr>
          <a:xfrm>
            <a:off x="1228680" y="1260430"/>
            <a:ext cx="669564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Thank you!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417" name="PlaceHolder 2"/>
          <p:cNvSpPr>
            <a:spLocks noGrp="1"/>
          </p:cNvSpPr>
          <p:nvPr/>
        </p:nvSpPr>
        <p:spPr>
          <a:xfrm>
            <a:off x="2352675" y="2289175"/>
            <a:ext cx="4447540" cy="8680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b="0" strike="noStrike" spc="-1">
                <a:solidFill>
                  <a:srgbClr val="FFFFFF"/>
                </a:solidFill>
                <a:latin typeface="OpenSymbol"/>
              </a:rPr>
              <a:t>Создано командой</a:t>
            </a:r>
            <a:r>
              <a:rPr lang="en-US" altLang="ru-RU" b="0" strike="noStrike" spc="-1">
                <a:solidFill>
                  <a:srgbClr val="FFFFFF"/>
                </a:solidFill>
                <a:latin typeface="OpenSymbol"/>
              </a:rPr>
              <a:t>:</a:t>
            </a:r>
            <a:r>
              <a:rPr lang="ru-RU" altLang="en-US" b="0" strike="noStrike" spc="-1">
                <a:solidFill>
                  <a:srgbClr val="FFFFFF"/>
                </a:solidFill>
                <a:latin typeface="OpenSymbol"/>
              </a:rPr>
              <a:t> </a:t>
            </a:r>
            <a:r>
              <a:rPr lang="en-US" altLang="ru-RU" sz="1600" b="0" i="1" u="sng" strike="noStrike" spc="-1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Symbol"/>
              </a:rPr>
              <a:t>TimQwees Technology</a:t>
            </a:r>
            <a:endParaRPr lang="en-US" altLang="ru-RU" sz="1600" b="0" i="1" u="sng" strike="noStrike" spc="-1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Symbol"/>
            </a:endParaRPr>
          </a:p>
        </p:txBody>
      </p:sp>
      <p:sp>
        <p:nvSpPr>
          <p:cNvPr id="4" name="PlaceHolder 2"/>
          <p:cNvSpPr>
            <a:spLocks noGrp="1"/>
          </p:cNvSpPr>
          <p:nvPr/>
        </p:nvSpPr>
        <p:spPr>
          <a:xfrm>
            <a:off x="2627630" y="4083685"/>
            <a:ext cx="4019550" cy="5226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strike="noStrike" spc="-1" baseline="30000">
                <a:solidFill>
                  <a:srgbClr val="FFFFFF"/>
                </a:solidFill>
                <a:latin typeface="OpenSymbol"/>
              </a:rPr>
              <a:t>Работа была реализована по оптимизации существующей компании</a:t>
            </a:r>
            <a:r>
              <a:rPr lang="en-US" altLang="ru-RU" sz="1200" b="0" strike="noStrike" spc="-1" baseline="30000">
                <a:solidFill>
                  <a:srgbClr val="FFFFFF"/>
                </a:solidFill>
                <a:latin typeface="OpenSymbol"/>
              </a:rPr>
              <a:t>:</a:t>
            </a:r>
            <a:r>
              <a:rPr lang="ru-RU" sz="1200" b="0" strike="noStrike" spc="-1" baseline="30000">
                <a:solidFill>
                  <a:srgbClr val="FFFFFF"/>
                </a:solidFill>
                <a:latin typeface="OpenSymbol"/>
              </a:rPr>
              <a:t> </a:t>
            </a:r>
            <a:r>
              <a:rPr lang="en-US" altLang="ru-RU" sz="1200" b="0" strike="noStrike" spc="-1" baseline="30000">
                <a:solidFill>
                  <a:srgbClr val="FFFFFF"/>
                </a:solidFill>
                <a:latin typeface="OpenSymbol"/>
              </a:rPr>
              <a:t>OOO MandoMemori - </a:t>
            </a:r>
            <a:r>
              <a:rPr lang="en-US" altLang="en-US" sz="1200" b="0" strike="noStrike" spc="-1" baseline="30000">
                <a:solidFill>
                  <a:srgbClr val="FFFFFF"/>
                </a:solidFill>
                <a:latin typeface="OpenSymbol"/>
              </a:rPr>
              <a:t>улица Петровка, 15/13 с5, Москва, Россия, 10703</a:t>
            </a:r>
            <a:endParaRPr lang="ru-RU" altLang="en-US" sz="1200" b="0" strike="noStrike" spc="-1" baseline="3000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3169</Words>
  <Application>WPS Writer</Application>
  <PresentationFormat/>
  <Paragraphs>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31</vt:i4>
      </vt:variant>
      <vt:variant>
        <vt:lpstr>幻灯片标题</vt:lpstr>
      </vt:variant>
      <vt:variant>
        <vt:i4>11</vt:i4>
      </vt:variant>
    </vt:vector>
  </HeadingPairs>
  <TitlesOfParts>
    <vt:vector size="58" baseType="lpstr">
      <vt:lpstr>Arial</vt:lpstr>
      <vt:lpstr>SimSun</vt:lpstr>
      <vt:lpstr>Wingdings</vt:lpstr>
      <vt:lpstr>Arial</vt:lpstr>
      <vt:lpstr>OpenSymbol</vt:lpstr>
      <vt:lpstr>Symbol</vt:lpstr>
      <vt:lpstr>Kingsoft Sign</vt:lpstr>
      <vt:lpstr>Unbounded</vt:lpstr>
      <vt:lpstr>Thonburi</vt:lpstr>
      <vt:lpstr>Actor</vt:lpstr>
      <vt:lpstr>Microsoft YaHei</vt:lpstr>
      <vt:lpstr>汉仪旗黑</vt:lpstr>
      <vt:lpstr>Arial Unicode MS</vt:lpstr>
      <vt:lpstr>汉仪书宋二KW</vt:lpstr>
      <vt:lpstr>Calibri</vt:lpstr>
      <vt:lpstr>Helvetica Neue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Slidesgo Final Pages</vt:lpstr>
      <vt:lpstr>Slidesgo Final Pages</vt:lpstr>
      <vt:lpstr>Маркетинг-микс в Интернете</vt:lpstr>
      <vt:lpstr>01</vt:lpstr>
      <vt:lpstr>Главная цель лабораторной работы</vt:lpstr>
      <vt:lpstr>Конкретные задачи для достижения цели</vt:lpstr>
      <vt:lpstr>Методы и подходы к выполнению задач</vt:lpstr>
      <vt:lpstr>02</vt:lpstr>
      <vt:lpstr>Категории инструментов для рассылок</vt:lpstr>
      <vt:lpstr>Примеры конкретных сервисов</vt:lpstr>
      <vt:lpstr>Ключевые функции современных платформ</vt:lpstr>
      <vt:lpstr>Заключение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Маркетинг-микс в Интернете</dc:title>
  <dc:creator/>
  <cp:lastModifiedBy>АртемНерсисян</cp:lastModifiedBy>
  <cp:revision>7</cp:revision>
  <dcterms:created xsi:type="dcterms:W3CDTF">2025-05-03T15:38:23Z</dcterms:created>
  <dcterms:modified xsi:type="dcterms:W3CDTF">2025-05-03T15:38:23Z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30B025EA0AEF7C6E750216683421AF5A_43</vt:lpwstr>
  </property>
  <property fmtid="{D5CDD505-2E9C-101B-9397-08002B2CF9AE}" pid="4" name="KSOProductBuildVer">
    <vt:lpwstr>1033-6.11.0.8615</vt:lpwstr>
  </property>
</Properties>
</file>