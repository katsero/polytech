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5" r:id="rId7"/>
    <p:sldId id="263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0" autoAdjust="0"/>
    <p:restoredTop sz="96140" autoAdjust="0"/>
  </p:normalViewPr>
  <p:slideViewPr>
    <p:cSldViewPr snapToGrid="0">
      <p:cViewPr>
        <p:scale>
          <a:sx n="100" d="100"/>
          <a:sy n="100" d="100"/>
        </p:scale>
        <p:origin x="8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3B590E0-52A3-4BE5-B078-8B45CE2A33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67775" y="5576888"/>
            <a:ext cx="3065462" cy="1045912"/>
          </a:xfrm>
        </p:spPr>
        <p:txBody>
          <a:bodyPr anchor="ctr">
            <a:normAutofit/>
          </a:bodyPr>
          <a:lstStyle/>
          <a:p>
            <a:pPr algn="r"/>
            <a:r>
              <a:rPr lang="en-US" sz="1400" dirty="0">
                <a:solidFill>
                  <a:schemeClr val="tx1"/>
                </a:solidFill>
              </a:rPr>
              <a:t>By Romanov Alexander</a:t>
            </a:r>
            <a:endParaRPr lang="ru-RU" sz="1400" dirty="0">
              <a:solidFill>
                <a:schemeClr val="tx1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1901F7E-82E5-45BA-BA88-C0C46EFF0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362" y="1913450"/>
            <a:ext cx="8078201" cy="303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95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461304-1937-4D34-A15B-CB0322A70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7330" y="0"/>
            <a:ext cx="9314670" cy="1555865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Personal Details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9C5252-3491-4C0A-8AB7-CD3215632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77330" y="1555865"/>
            <a:ext cx="9314670" cy="5302135"/>
          </a:xfrm>
        </p:spPr>
        <p:txBody>
          <a:bodyPr numCol="1" anchor="t">
            <a:normAutofit/>
          </a:bodyPr>
          <a:lstStyle/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Name: Romanov Alexander</a:t>
            </a:r>
          </a:p>
          <a:p>
            <a:r>
              <a:rPr lang="en-US" sz="2400" dirty="0">
                <a:solidFill>
                  <a:schemeClr val="tx1"/>
                </a:solidFill>
              </a:rPr>
              <a:t>Address: Russia, Moscow, Balashikha</a:t>
            </a:r>
          </a:p>
          <a:p>
            <a:r>
              <a:rPr lang="en-US" sz="2400" dirty="0">
                <a:solidFill>
                  <a:schemeClr val="tx1"/>
                </a:solidFill>
              </a:rPr>
              <a:t>Company: Avon</a:t>
            </a:r>
          </a:p>
          <a:p>
            <a:r>
              <a:rPr lang="en-US" sz="2400" dirty="0">
                <a:solidFill>
                  <a:schemeClr val="tx1"/>
                </a:solidFill>
              </a:rPr>
              <a:t>Applying for: Web-programmer</a:t>
            </a:r>
            <a:endParaRPr lang="ru-RU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------------------------------------------------------------</a:t>
            </a:r>
            <a:endParaRPr lang="ru-RU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Contact number: +7-926-691-29-78</a:t>
            </a:r>
          </a:p>
          <a:p>
            <a:r>
              <a:rPr lang="en-US" sz="2400" dirty="0">
                <a:solidFill>
                  <a:schemeClr val="tx1"/>
                </a:solidFill>
              </a:rPr>
              <a:t>Email address: raleksandrd25@gmail.com</a:t>
            </a:r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000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4AAA28-E22B-410E-9EF2-196A261C8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0645" y="0"/>
            <a:ext cx="9331355" cy="1555865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Higher Education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83A3FB-D56D-4ED2-9D41-522818D43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60646" y="1555865"/>
            <a:ext cx="5051608" cy="5302134"/>
          </a:xfrm>
        </p:spPr>
        <p:txBody>
          <a:bodyPr anchor="t">
            <a:normAutofit/>
          </a:bodyPr>
          <a:lstStyle/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University: Moscow Polytechnic University</a:t>
            </a:r>
          </a:p>
          <a:p>
            <a:r>
              <a:rPr lang="en-US" sz="2400" dirty="0">
                <a:solidFill>
                  <a:schemeClr val="tx1"/>
                </a:solidFill>
              </a:rPr>
              <a:t>Specialty: Web technologies</a:t>
            </a:r>
            <a:endParaRPr lang="ru-RU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Key disciplines: Web technologies, digital design</a:t>
            </a:r>
            <a:r>
              <a:rPr lang="ru-RU" sz="2400" dirty="0">
                <a:solidFill>
                  <a:schemeClr val="tx1"/>
                </a:solidFill>
              </a:rPr>
              <a:t>.</a:t>
            </a:r>
          </a:p>
          <a:p>
            <a:r>
              <a:rPr lang="en-US" sz="2400" dirty="0">
                <a:solidFill>
                  <a:schemeClr val="tx1"/>
                </a:solidFill>
              </a:rPr>
              <a:t>Graduation date: Expected in July 2028</a:t>
            </a:r>
            <a:endParaRPr lang="ru-RU" sz="2400" dirty="0">
              <a:solidFill>
                <a:schemeClr val="tx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74D586C-586E-4E6B-B38F-93B26D7C2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978" y="1312522"/>
            <a:ext cx="4108298" cy="546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802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5E58D1-896F-4D97-8866-F046C8258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0646" y="0"/>
            <a:ext cx="9331353" cy="1555864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Work Experience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8B521B-3746-4D26-9FCF-15E38DB2B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60646" y="1555864"/>
            <a:ext cx="9331353" cy="5302136"/>
          </a:xfrm>
        </p:spPr>
        <p:txBody>
          <a:bodyPr anchor="t">
            <a:normAutofit/>
          </a:bodyPr>
          <a:lstStyle/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Was handing out leaflets.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Contributed into the university project.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Helped acquaintances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with PC maintenance.</a:t>
            </a:r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7768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9DEF442-266A-486C-AE2F-6A822B047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0" y="1"/>
            <a:ext cx="9334500" cy="1555865"/>
          </a:xfrm>
        </p:spPr>
        <p:txBody>
          <a:bodyPr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Company commodities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2">
            <a:extLst>
              <a:ext uri="{FF2B5EF4-FFF2-40B4-BE49-F238E27FC236}">
                <a16:creationId xmlns:a16="http://schemas.microsoft.com/office/drawing/2014/main" id="{9E332F43-23FC-4AE8-9D5E-8ADAC94E6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41614" y="4905332"/>
            <a:ext cx="2951780" cy="576262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Skin-care products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7BAF8176-6444-406E-AC4B-BCC6C883858C}"/>
              </a:ext>
            </a:extLst>
          </p:cNvPr>
          <p:cNvSpPr txBox="1">
            <a:spLocks/>
          </p:cNvSpPr>
          <p:nvPr/>
        </p:nvSpPr>
        <p:spPr>
          <a:xfrm>
            <a:off x="6090917" y="4905111"/>
            <a:ext cx="2951780" cy="576262"/>
          </a:xfrm>
          <a:prstGeom prst="rect">
            <a:avLst/>
          </a:prstGeom>
        </p:spPr>
        <p:txBody>
          <a:bodyPr anchor="ctr"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Cosmetics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ED64C00F-6FD2-4CC4-861A-596460FEFFC8}"/>
              </a:ext>
            </a:extLst>
          </p:cNvPr>
          <p:cNvSpPr txBox="1">
            <a:spLocks/>
          </p:cNvSpPr>
          <p:nvPr/>
        </p:nvSpPr>
        <p:spPr>
          <a:xfrm>
            <a:off x="9240220" y="4904890"/>
            <a:ext cx="2951780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24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Perfume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ED2F20B-49FA-4C3A-9B50-C8BB0593D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614" y="1959195"/>
            <a:ext cx="2951780" cy="294569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AC32159-EA98-4A64-931D-F809C38C7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917" y="1953110"/>
            <a:ext cx="2951780" cy="295178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0818D77-8FBC-407B-A070-772165F25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0220" y="1953110"/>
            <a:ext cx="2951780" cy="295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662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8F9B6BB-9A17-4985-B10E-F8A7FDFCBB78}"/>
              </a:ext>
            </a:extLst>
          </p:cNvPr>
          <p:cNvSpPr txBox="1">
            <a:spLocks/>
          </p:cNvSpPr>
          <p:nvPr/>
        </p:nvSpPr>
        <p:spPr>
          <a:xfrm>
            <a:off x="2939372" y="0"/>
            <a:ext cx="9252627" cy="1555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0" kern="1200" cap="none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</a:rPr>
              <a:t>Assessment of the company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2">
            <a:extLst>
              <a:ext uri="{FF2B5EF4-FFF2-40B4-BE49-F238E27FC236}">
                <a16:creationId xmlns:a16="http://schemas.microsoft.com/office/drawing/2014/main" id="{93984F2E-7CEF-46D4-AD43-6BF37251173D}"/>
              </a:ext>
            </a:extLst>
          </p:cNvPr>
          <p:cNvSpPr txBox="1">
            <a:spLocks/>
          </p:cNvSpPr>
          <p:nvPr/>
        </p:nvSpPr>
        <p:spPr>
          <a:xfrm>
            <a:off x="2939373" y="1555866"/>
            <a:ext cx="3992732" cy="53021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Pros</a:t>
            </a:r>
            <a:endParaRPr lang="ru-RU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Variety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Online shopping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Reliable delivery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Affordable prices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Safe and natural components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58B61BCC-E3D6-48EF-8254-7E24360FA056}"/>
              </a:ext>
            </a:extLst>
          </p:cNvPr>
          <p:cNvSpPr txBox="1">
            <a:spLocks/>
          </p:cNvSpPr>
          <p:nvPr/>
        </p:nvSpPr>
        <p:spPr>
          <a:xfrm>
            <a:off x="7506629" y="1555866"/>
            <a:ext cx="3999001" cy="5302134"/>
          </a:xfrm>
          <a:prstGeom prst="rect">
            <a:avLst/>
          </a:prstGeom>
        </p:spPr>
        <p:txBody>
          <a:bodyPr anchor="t"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Shortened variety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Small number of pickup 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No opportunities to try the product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01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BA71B4-F8BD-47EC-A939-DB447FA8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024" y="0"/>
            <a:ext cx="9324975" cy="1555864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What’s for me?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DB9D37B-C39C-43D9-B5CD-1172A1C61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67024" y="1555864"/>
            <a:ext cx="9324975" cy="5302136"/>
          </a:xfrm>
        </p:spPr>
        <p:txBody>
          <a:bodyPr anchor="t">
            <a:normAutofit/>
          </a:bodyPr>
          <a:lstStyle/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Qualities: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Easy-going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Hard-working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A quick study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Attentive</a:t>
            </a:r>
          </a:p>
        </p:txBody>
      </p:sp>
    </p:spTree>
    <p:extLst>
      <p:ext uri="{BB962C8B-B14F-4D97-AF65-F5344CB8AC3E}">
        <p14:creationId xmlns:p14="http://schemas.microsoft.com/office/powerpoint/2010/main" val="3132446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C70D1B8-2C96-401A-88D0-E187E1834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372" y="0"/>
            <a:ext cx="9252627" cy="6858000"/>
          </a:xfrm>
        </p:spPr>
        <p:txBody>
          <a:bodyPr anchor="ctr">
            <a:normAutofit/>
          </a:bodyPr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Thank you for attention!</a:t>
            </a:r>
            <a:endParaRPr lang="ru-RU" sz="7200" dirty="0">
              <a:solidFill>
                <a:schemeClr val="tx1"/>
              </a:solidFill>
            </a:endParaRP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5726BC1E-87EE-4448-A189-515EB901B843}"/>
              </a:ext>
            </a:extLst>
          </p:cNvPr>
          <p:cNvSpPr txBox="1">
            <a:spLocks/>
          </p:cNvSpPr>
          <p:nvPr/>
        </p:nvSpPr>
        <p:spPr>
          <a:xfrm>
            <a:off x="8867775" y="5576888"/>
            <a:ext cx="3065462" cy="1045912"/>
          </a:xfrm>
          <a:prstGeom prst="rect">
            <a:avLst/>
          </a:prstGeom>
        </p:spPr>
        <p:txBody>
          <a:bodyPr anchor="ctr"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By Romanov Alexander</a:t>
            </a:r>
            <a:endParaRPr lang="ru-RU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973369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230</TotalTime>
  <Words>139</Words>
  <Application>Microsoft Office PowerPoint</Application>
  <PresentationFormat>Широкоэкранный</PresentationFormat>
  <Paragraphs>47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Легкий дым</vt:lpstr>
      <vt:lpstr>Презентация PowerPoint</vt:lpstr>
      <vt:lpstr>Personal Details</vt:lpstr>
      <vt:lpstr>Higher Education</vt:lpstr>
      <vt:lpstr>Work Experience</vt:lpstr>
      <vt:lpstr>Company commodities</vt:lpstr>
      <vt:lpstr>Презентация PowerPoint</vt:lpstr>
      <vt:lpstr>What’s for me?</vt:lpstr>
      <vt:lpstr>Thank you for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Александр Романов</dc:creator>
  <cp:lastModifiedBy>Александр Романов</cp:lastModifiedBy>
  <cp:revision>23</cp:revision>
  <dcterms:created xsi:type="dcterms:W3CDTF">2024-11-11T15:33:47Z</dcterms:created>
  <dcterms:modified xsi:type="dcterms:W3CDTF">2024-11-11T19:24:40Z</dcterms:modified>
</cp:coreProperties>
</file>