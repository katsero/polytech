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1"/>
  </p:notesMasterIdLst>
  <p:sldIdLst>
    <p:sldId id="256" r:id="rId2"/>
    <p:sldId id="257" r:id="rId3"/>
    <p:sldId id="265" r:id="rId4"/>
    <p:sldId id="274" r:id="rId5"/>
    <p:sldId id="279" r:id="rId6"/>
    <p:sldId id="276" r:id="rId7"/>
    <p:sldId id="278" r:id="rId8"/>
    <p:sldId id="277" r:id="rId9"/>
    <p:sldId id="258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Gilroy Bold" panose="00000800000000000000" charset="-52"/>
      <p:bold r:id="rId16"/>
    </p:embeddedFont>
    <p:embeddedFont>
      <p:font typeface="Gilroy Medium" panose="00000600000000000000" charset="-52"/>
      <p:regular r:id="rId17"/>
    </p:embeddedFont>
    <p:embeddedFont>
      <p:font typeface="Verdana" panose="020B0604030504040204" pitchFamily="34" charset="0"/>
      <p:regular r:id="rId18"/>
      <p:bold r:id="rId19"/>
      <p:italic r:id="rId20"/>
      <p:boldItalic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B3838"/>
    <a:srgbClr val="57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116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539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403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190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173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38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24.12.2025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24.12.2025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24.12.2025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24.12.2025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24.12.2025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24.12.2025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24.12.2025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24.12.2025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</a:rPr>
              <a:t>Проектирование пользовательских интерфейсов</a:t>
            </a: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3163233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</a:rPr>
              <a:t>Проектирование пользовательских интерфейсов</a:t>
            </a:r>
            <a:endParaRPr kumimoji="0" lang="ru-RU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j-ea"/>
              <a:cs typeface="+mj-cs"/>
            </a:endParaRPr>
          </a:p>
          <a:p>
            <a:pPr algn="ctr"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Контроль знаний (Задание 7.3)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284520" y="5621387"/>
            <a:ext cx="6571222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Романов Александр Дмитриевич, группа 241-321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Преподаватели </a:t>
            </a:r>
            <a:r>
              <a:rPr lang="ru-RU" sz="1800" dirty="0">
                <a:latin typeface="Gilroy Medium" panose="00000600000000000000" charset="-52"/>
              </a:rPr>
              <a:t>Пухова Е.А. </a:t>
            </a: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Натур В.В.</a:t>
            </a:r>
            <a:endParaRPr lang="ru-RU" sz="18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01584" y="6476863"/>
            <a:ext cx="8362902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Романов Александр Дмитриевич,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241-321  ППИ Контроль знаний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3" y="353566"/>
            <a:ext cx="112407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ru-RU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Bold" panose="00000800000000000000" pitchFamily="2" charset="-52"/>
              <a:ea typeface="+mj-ea"/>
              <a:cs typeface="+mj-cs"/>
            </a:endParaRPr>
          </a:p>
          <a:p>
            <a:endParaRPr lang="ru-RU" sz="3200" dirty="0">
              <a:latin typeface="Gilroy Medium" panose="00000600000000000000" charset="-52"/>
              <a:ea typeface="+mj-ea"/>
              <a:cs typeface="+mj-cs"/>
            </a:endParaRPr>
          </a:p>
          <a:p>
            <a:r>
              <a:rPr lang="ru-RU" sz="3200" dirty="0">
                <a:solidFill>
                  <a:srgbClr val="3B3838"/>
                </a:solidFill>
                <a:latin typeface="Gilroy Medium" panose="00000600000000000000" charset="-52"/>
                <a:ea typeface="+mj-ea"/>
                <a:cs typeface="+mj-cs"/>
              </a:rPr>
              <a:t>Вопрос 89   Диаграмма </a:t>
            </a:r>
            <a:r>
              <a:rPr lang="ru-RU" sz="3200" dirty="0" err="1">
                <a:solidFill>
                  <a:srgbClr val="3B3838"/>
                </a:solidFill>
                <a:latin typeface="Gilroy Medium" panose="00000600000000000000" charset="-52"/>
                <a:ea typeface="+mj-ea"/>
                <a:cs typeface="+mj-cs"/>
              </a:rPr>
              <a:t>Гутенберга</a:t>
            </a:r>
            <a:r>
              <a:rPr lang="ru-RU" sz="3200" dirty="0">
                <a:solidFill>
                  <a:srgbClr val="3B3838"/>
                </a:solidFill>
                <a:latin typeface="Gilroy Medium" panose="00000600000000000000" charset="-52"/>
                <a:ea typeface="+mj-ea"/>
                <a:cs typeface="+mj-cs"/>
              </a:rPr>
              <a:t>. Область терминала</a:t>
            </a:r>
          </a:p>
          <a:p>
            <a:endParaRPr lang="ru-RU" sz="3200" dirty="0">
              <a:latin typeface="Gilroy Medium" panose="00000600000000000000" charset="-52"/>
              <a:ea typeface="+mj-ea"/>
              <a:cs typeface="+mj-cs"/>
            </a:endParaRPr>
          </a:p>
          <a:p>
            <a:pPr lvl="0"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Gilroy Medium" panose="00000600000000000000" charset="-52"/>
              </a:rPr>
              <a:t>Вопрос </a:t>
            </a:r>
            <a:r>
              <a:rPr lang="ru-RU" sz="3200" dirty="0">
                <a:solidFill>
                  <a:srgbClr val="3B3838"/>
                </a:solidFill>
                <a:latin typeface="Gilroy Medium" panose="00000600000000000000" charset="-52"/>
              </a:rPr>
              <a:t>71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Gilroy Medium" panose="00000600000000000000" charset="-52"/>
              </a:rPr>
              <a:t>  </a:t>
            </a:r>
            <a:r>
              <a:rPr lang="ru-RU" sz="3200" dirty="0">
                <a:solidFill>
                  <a:srgbClr val="3B3838"/>
                </a:solidFill>
                <a:latin typeface="Gilroy Medium" panose="00000600000000000000" charset="-52"/>
              </a:rPr>
              <a:t>Правила и принципы подбора графического контента на веб-сервисах</a:t>
            </a:r>
            <a:endParaRPr lang="ru-RU" dirty="0">
              <a:latin typeface="Gilroy Medium" panose="00000600000000000000" charset="-52"/>
            </a:endParaRPr>
          </a:p>
          <a:p>
            <a:endParaRPr lang="ru-RU" dirty="0">
              <a:latin typeface="Gilroy Medium" panose="00000600000000000000" charset="-52"/>
            </a:endParaRPr>
          </a:p>
          <a:p>
            <a:endParaRPr lang="ru-RU" dirty="0">
              <a:latin typeface="Gilroy Medium" panose="00000600000000000000" charset="-52"/>
            </a:endParaRPr>
          </a:p>
          <a:p>
            <a:pPr lvl="0"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Вопрос </a:t>
            </a:r>
            <a:r>
              <a:rPr lang="ru-RU" sz="32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17   Основные виды и типы сайтов и их характеристики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7EA28E5-F229-4A44-8BA2-72661511081C}"/>
              </a:ext>
            </a:extLst>
          </p:cNvPr>
          <p:cNvSpPr txBox="1"/>
          <p:nvPr/>
        </p:nvSpPr>
        <p:spPr>
          <a:xfrm>
            <a:off x="201583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Романов Александр Дмитриевич,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241-321  ППИ Контроль знаний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latin typeface="Gilroy Medium" panose="00000600000000000000" charset="-52"/>
              </a:rPr>
              <a:t>3</a:t>
            </a:fld>
            <a:endParaRPr lang="ru-RU" sz="3200" dirty="0"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202564"/>
            <a:ext cx="1429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Вопрос 81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80B2B-EB67-4F8A-B99A-3B4BEA7BEE1A}"/>
              </a:ext>
            </a:extLst>
          </p:cNvPr>
          <p:cNvSpPr txBox="1"/>
          <p:nvPr/>
        </p:nvSpPr>
        <p:spPr>
          <a:xfrm>
            <a:off x="2720439" y="141009"/>
            <a:ext cx="67511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Диаграмма </a:t>
            </a:r>
            <a:r>
              <a:rPr lang="ru-RU" sz="2400" dirty="0" err="1">
                <a:latin typeface="Gilroy Medium" panose="00000600000000000000" charset="-52"/>
                <a:ea typeface="+mj-ea"/>
                <a:cs typeface="+mj-cs"/>
              </a:rPr>
              <a:t>Гутенберга</a:t>
            </a:r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. Область терминала</a:t>
            </a:r>
            <a:endParaRPr lang="ru-RU" sz="2400" dirty="0">
              <a:latin typeface="Gilroy Medium" panose="00000600000000000000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7BEA285-A712-4753-A25C-56C424B25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72" y="1435704"/>
            <a:ext cx="4157810" cy="3838796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3511B40-0D75-449D-94D2-9BCD2EA8659E}"/>
              </a:ext>
            </a:extLst>
          </p:cNvPr>
          <p:cNvSpPr/>
          <p:nvPr/>
        </p:nvSpPr>
        <p:spPr>
          <a:xfrm>
            <a:off x="1432140" y="5274500"/>
            <a:ext cx="27510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Диаграмма </a:t>
            </a:r>
            <a:r>
              <a:rPr lang="ru-RU" dirty="0" err="1">
                <a:latin typeface="Gilroy Medium" panose="00000600000000000000" charset="-52"/>
              </a:rPr>
              <a:t>Гутенберга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B069EF3-5B94-42A5-A565-B5F00A528805}"/>
              </a:ext>
            </a:extLst>
          </p:cNvPr>
          <p:cNvSpPr/>
          <p:nvPr/>
        </p:nvSpPr>
        <p:spPr>
          <a:xfrm>
            <a:off x="6399376" y="4556530"/>
            <a:ext cx="5000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Gilroy Medium" panose="00000600000000000000" charset="-52"/>
              </a:rPr>
              <a:t>Пример применения диаграммы </a:t>
            </a:r>
            <a:r>
              <a:rPr lang="ru-RU" dirty="0" err="1">
                <a:latin typeface="Gilroy Medium" panose="00000600000000000000" charset="-52"/>
              </a:rPr>
              <a:t>Гутенберга</a:t>
            </a:r>
            <a:endParaRPr lang="ru-RU" dirty="0">
              <a:latin typeface="Gilroy Medium" panose="00000600000000000000" charset="-52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04CBF1-F69C-4F65-A12E-05BACD7DD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1154" y="2738703"/>
            <a:ext cx="5997433" cy="178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9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7EA28E5-F229-4A44-8BA2-72661511081C}"/>
              </a:ext>
            </a:extLst>
          </p:cNvPr>
          <p:cNvSpPr txBox="1"/>
          <p:nvPr/>
        </p:nvSpPr>
        <p:spPr>
          <a:xfrm>
            <a:off x="201583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Романов Александр Дмитриевич,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241-321  ППИ Контроль знаний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latin typeface="Gilroy Medium" panose="00000600000000000000" charset="-52"/>
              </a:rPr>
              <a:t>4</a:t>
            </a:fld>
            <a:endParaRPr lang="ru-RU" sz="3200" dirty="0"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202564"/>
            <a:ext cx="1429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Вопрос 71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80B2B-EB67-4F8A-B99A-3B4BEA7BEE1A}"/>
              </a:ext>
            </a:extLst>
          </p:cNvPr>
          <p:cNvSpPr txBox="1"/>
          <p:nvPr/>
        </p:nvSpPr>
        <p:spPr>
          <a:xfrm>
            <a:off x="2602498" y="187174"/>
            <a:ext cx="70250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Правила и принципы подбора графического контента на веб-сервисах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3823311-72F3-425B-A6B6-292408859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555" y="2039119"/>
            <a:ext cx="6054969" cy="2779761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DB911F4-2DFA-441C-887A-90F6F3252CED}"/>
              </a:ext>
            </a:extLst>
          </p:cNvPr>
          <p:cNvSpPr/>
          <p:nvPr/>
        </p:nvSpPr>
        <p:spPr>
          <a:xfrm>
            <a:off x="528476" y="2108607"/>
            <a:ext cx="41480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Релевантность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Единство стиля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Качество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Уникальность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Фокус на пользователе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Эмоциональное воздействие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Тип изображения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Отсутствие </a:t>
            </a:r>
            <a:r>
              <a:rPr lang="ru-RU" dirty="0" err="1">
                <a:latin typeface="Gilroy Medium" panose="00000600000000000000" charset="-52"/>
              </a:rPr>
              <a:t>вотермарок</a:t>
            </a:r>
            <a:r>
              <a:rPr lang="ru-RU" dirty="0">
                <a:latin typeface="Gilroy Medium" panose="00000600000000000000" charset="-52"/>
              </a:rPr>
              <a:t> и посторонних элементов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Низкий вес изображения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E46AB01-EE1A-449C-AF98-2575DD1B8256}"/>
              </a:ext>
            </a:extLst>
          </p:cNvPr>
          <p:cNvSpPr/>
          <p:nvPr/>
        </p:nvSpPr>
        <p:spPr>
          <a:xfrm>
            <a:off x="7260502" y="4818880"/>
            <a:ext cx="27510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Gilroy Medium" panose="00000600000000000000" charset="-52"/>
              </a:rPr>
              <a:t>Пример из прототипа</a:t>
            </a:r>
          </a:p>
        </p:txBody>
      </p:sp>
    </p:spTree>
    <p:extLst>
      <p:ext uri="{BB962C8B-B14F-4D97-AF65-F5344CB8AC3E}">
        <p14:creationId xmlns:p14="http://schemas.microsoft.com/office/powerpoint/2010/main" val="1496859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7EA28E5-F229-4A44-8BA2-72661511081C}"/>
              </a:ext>
            </a:extLst>
          </p:cNvPr>
          <p:cNvSpPr txBox="1"/>
          <p:nvPr/>
        </p:nvSpPr>
        <p:spPr>
          <a:xfrm>
            <a:off x="201583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Романов Александр Дмитриевич,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241-321  ППИ Контроль знаний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latin typeface="Gilroy Medium" panose="00000600000000000000" charset="-52"/>
              </a:rPr>
              <a:t>5</a:t>
            </a:fld>
            <a:endParaRPr lang="ru-RU" sz="3200" dirty="0"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202564"/>
            <a:ext cx="1429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Вопрос </a:t>
            </a:r>
            <a:r>
              <a:rPr lang="ru-RU" sz="2000" dirty="0">
                <a:latin typeface="Gilroy Medium" panose="00000600000000000000" charset="-52"/>
                <a:ea typeface="+mj-ea"/>
                <a:cs typeface="+mj-cs"/>
              </a:rPr>
              <a:t>17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80B2B-EB67-4F8A-B99A-3B4BEA7BEE1A}"/>
              </a:ext>
            </a:extLst>
          </p:cNvPr>
          <p:cNvSpPr txBox="1"/>
          <p:nvPr/>
        </p:nvSpPr>
        <p:spPr>
          <a:xfrm>
            <a:off x="2139461" y="171786"/>
            <a:ext cx="7913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Основные виды и типы сайтов и их характеристики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3E23400-CD85-41B3-9636-4ED4AA1FB8CD}"/>
              </a:ext>
            </a:extLst>
          </p:cNvPr>
          <p:cNvSpPr/>
          <p:nvPr/>
        </p:nvSpPr>
        <p:spPr>
          <a:xfrm>
            <a:off x="1234095" y="4636330"/>
            <a:ext cx="41480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Gilroy Medium" panose="00000600000000000000" charset="-52"/>
              </a:rPr>
              <a:t>Сайт-визитка</a:t>
            </a:r>
          </a:p>
          <a:p>
            <a:pPr algn="ctr"/>
            <a:r>
              <a:rPr lang="ru-RU" sz="1400" dirty="0">
                <a:latin typeface="Gilroy Medium" panose="00000600000000000000" charset="-52"/>
              </a:rPr>
              <a:t>(Артём Шумов)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0780478-E728-4D99-B9EA-0D2EF0CBA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7610" y="2012320"/>
            <a:ext cx="5201017" cy="26240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AE4450-2C47-477F-8B1F-CF87845AC230}"/>
              </a:ext>
            </a:extLst>
          </p:cNvPr>
          <p:cNvSpPr/>
          <p:nvPr/>
        </p:nvSpPr>
        <p:spPr>
          <a:xfrm>
            <a:off x="7028730" y="1804785"/>
            <a:ext cx="455172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– Представляет одного человека или небольшую студию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минимум страниц – часто 1–3 (Главная, Проекты, Контакты)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акцент на портфолио и визуальном стиле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текста мало – больше изображений, видео, атмосферы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часто монохромный или минималистичный дизайн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цель: показать профессионализм и вызвать доверие.</a:t>
            </a:r>
          </a:p>
        </p:txBody>
      </p:sp>
    </p:spTree>
    <p:extLst>
      <p:ext uri="{BB962C8B-B14F-4D97-AF65-F5344CB8AC3E}">
        <p14:creationId xmlns:p14="http://schemas.microsoft.com/office/powerpoint/2010/main" val="1447472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85A0E5-0EF2-40B1-B110-75695320569E}"/>
              </a:ext>
            </a:extLst>
          </p:cNvPr>
          <p:cNvSpPr/>
          <p:nvPr/>
        </p:nvSpPr>
        <p:spPr>
          <a:xfrm>
            <a:off x="7028729" y="1804785"/>
            <a:ext cx="455172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– Официальное лицо крупной компании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информация о бизнесе: миссия, история, руководство, пресс-центр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много подразделов, но чёткая навигация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</a:t>
            </a:r>
            <a:r>
              <a:rPr lang="ru-RU" dirty="0" err="1">
                <a:latin typeface="Gilroy Medium" panose="00000600000000000000" charset="-52"/>
              </a:rPr>
              <a:t>визуал</a:t>
            </a:r>
            <a:r>
              <a:rPr lang="ru-RU" dirty="0">
                <a:latin typeface="Gilroy Medium" panose="00000600000000000000" charset="-52"/>
              </a:rPr>
              <a:t> соответствует бренду – цвета, шрифты, стиль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поддержка разных аудиторий: инвесторы, СМИ, соискатели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цель: формирование имиджа, доверия, прозрачности.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EA28E5-F229-4A44-8BA2-72661511081C}"/>
              </a:ext>
            </a:extLst>
          </p:cNvPr>
          <p:cNvSpPr txBox="1"/>
          <p:nvPr/>
        </p:nvSpPr>
        <p:spPr>
          <a:xfrm>
            <a:off x="201583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Романов Александр Дмитриевич,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241-321  ППИ Контроль знаний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latin typeface="Gilroy Medium" panose="00000600000000000000" charset="-52"/>
              </a:rPr>
              <a:t>6</a:t>
            </a:fld>
            <a:endParaRPr lang="ru-RU" sz="3200" dirty="0"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202564"/>
            <a:ext cx="1429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Вопрос </a:t>
            </a:r>
            <a:r>
              <a:rPr lang="ru-RU" sz="2000" dirty="0">
                <a:latin typeface="Gilroy Medium" panose="00000600000000000000" charset="-52"/>
                <a:ea typeface="+mj-ea"/>
                <a:cs typeface="+mj-cs"/>
              </a:rPr>
              <a:t>17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80B2B-EB67-4F8A-B99A-3B4BEA7BEE1A}"/>
              </a:ext>
            </a:extLst>
          </p:cNvPr>
          <p:cNvSpPr txBox="1"/>
          <p:nvPr/>
        </p:nvSpPr>
        <p:spPr>
          <a:xfrm>
            <a:off x="2139461" y="171786"/>
            <a:ext cx="7913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Основные виды и типы сайтов и их характеристики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F5A43CA-7AB6-45CC-B9B6-3003E89217C1}"/>
              </a:ext>
            </a:extLst>
          </p:cNvPr>
          <p:cNvSpPr/>
          <p:nvPr/>
        </p:nvSpPr>
        <p:spPr>
          <a:xfrm>
            <a:off x="1922302" y="4807621"/>
            <a:ext cx="2751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Gilroy Medium" panose="00000600000000000000" charset="-52"/>
              </a:rPr>
              <a:t>Корпоративный сайт</a:t>
            </a:r>
          </a:p>
          <a:p>
            <a:pPr algn="ctr"/>
            <a:r>
              <a:rPr lang="ru-RU" sz="1400" dirty="0">
                <a:latin typeface="Gilroy Medium" panose="00000600000000000000" charset="-52"/>
              </a:rPr>
              <a:t>(Яндекс)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20FA3D-D684-476C-915F-CD9B8F5D7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7408" y="1905506"/>
            <a:ext cx="5720862" cy="29021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4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7EA28E5-F229-4A44-8BA2-72661511081C}"/>
              </a:ext>
            </a:extLst>
          </p:cNvPr>
          <p:cNvSpPr txBox="1"/>
          <p:nvPr/>
        </p:nvSpPr>
        <p:spPr>
          <a:xfrm>
            <a:off x="201583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Романов Александр Дмитриевич,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241-321  ППИ Контроль знаний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latin typeface="Gilroy Medium" panose="00000600000000000000" charset="-52"/>
              </a:rPr>
              <a:t>7</a:t>
            </a:fld>
            <a:endParaRPr lang="ru-RU" sz="3200" dirty="0"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202564"/>
            <a:ext cx="1429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Вопрос </a:t>
            </a:r>
            <a:r>
              <a:rPr lang="ru-RU" sz="2000" dirty="0">
                <a:latin typeface="Gilroy Medium" panose="00000600000000000000" charset="-52"/>
                <a:ea typeface="+mj-ea"/>
                <a:cs typeface="+mj-cs"/>
              </a:rPr>
              <a:t>17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80B2B-EB67-4F8A-B99A-3B4BEA7BEE1A}"/>
              </a:ext>
            </a:extLst>
          </p:cNvPr>
          <p:cNvSpPr txBox="1"/>
          <p:nvPr/>
        </p:nvSpPr>
        <p:spPr>
          <a:xfrm>
            <a:off x="2139461" y="171786"/>
            <a:ext cx="7913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Основные виды и типы сайтов и их характеристики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3E23400-CD85-41B3-9636-4ED4AA1FB8CD}"/>
              </a:ext>
            </a:extLst>
          </p:cNvPr>
          <p:cNvSpPr/>
          <p:nvPr/>
        </p:nvSpPr>
        <p:spPr>
          <a:xfrm>
            <a:off x="1321623" y="4873172"/>
            <a:ext cx="41480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Gilroy Medium" panose="00000600000000000000" charset="-52"/>
              </a:rPr>
              <a:t>Интернет-магазин</a:t>
            </a:r>
            <a:br>
              <a:rPr lang="ru-RU" dirty="0">
                <a:latin typeface="Gilroy Medium" panose="00000600000000000000" charset="-52"/>
              </a:rPr>
            </a:br>
            <a:r>
              <a:rPr lang="ru-RU" sz="1400" dirty="0">
                <a:latin typeface="Gilroy Medium" panose="00000600000000000000" charset="-52"/>
              </a:rPr>
              <a:t>(пример из прототипа)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F5A43CA-7AB6-45CC-B9B6-3003E89217C1}"/>
              </a:ext>
            </a:extLst>
          </p:cNvPr>
          <p:cNvSpPr/>
          <p:nvPr/>
        </p:nvSpPr>
        <p:spPr>
          <a:xfrm>
            <a:off x="7028729" y="1803777"/>
            <a:ext cx="455172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–  Основная цель – продажа товаров (настольных игр)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есть каталог, фильтры, корзина, кнопки «Купить»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блоки с акциями, новинками, популярными товарами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присутствует блог – для вовлечения и SEO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чёткая структура: шапка - меню - контент – футер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дизайн ориентирован на удобство выбора и покупки.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0B5E02F-9329-4E18-B03F-811527585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1954" y="1890217"/>
            <a:ext cx="4607384" cy="29829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100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9A82DF0-E253-40FA-A85C-802B2B4A9765}"/>
              </a:ext>
            </a:extLst>
          </p:cNvPr>
          <p:cNvSpPr/>
          <p:nvPr/>
        </p:nvSpPr>
        <p:spPr>
          <a:xfrm>
            <a:off x="7028728" y="1803777"/>
            <a:ext cx="455172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– Платформа для общения и обмена контентом между пользователями</a:t>
            </a:r>
            <a:r>
              <a:rPr lang="en-US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структура: лента - посты - комментарии - голосование (лайки/</a:t>
            </a:r>
            <a:r>
              <a:rPr lang="ru-RU" dirty="0" err="1">
                <a:latin typeface="Gilroy Medium" panose="00000600000000000000" charset="-52"/>
              </a:rPr>
              <a:t>дизлайки</a:t>
            </a:r>
            <a:r>
              <a:rPr lang="ru-RU" dirty="0">
                <a:latin typeface="Gilroy Medium" panose="00000600000000000000" charset="-52"/>
              </a:rPr>
              <a:t>)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разделение на сообщества (</a:t>
            </a:r>
            <a:r>
              <a:rPr lang="ru-RU" dirty="0" err="1">
                <a:latin typeface="Gilroy Medium" panose="00000600000000000000" charset="-52"/>
              </a:rPr>
              <a:t>subreddits</a:t>
            </a:r>
            <a:r>
              <a:rPr lang="ru-RU" dirty="0">
                <a:latin typeface="Gilroy Medium" panose="00000600000000000000" charset="-52"/>
              </a:rPr>
              <a:t>) по темам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контент создаётся пользователями – UGC (</a:t>
            </a:r>
            <a:r>
              <a:rPr lang="ru-RU" dirty="0" err="1">
                <a:latin typeface="Gilroy Medium" panose="00000600000000000000" charset="-52"/>
              </a:rPr>
              <a:t>User</a:t>
            </a:r>
            <a:r>
              <a:rPr lang="ru-RU" dirty="0">
                <a:latin typeface="Gilroy Medium" panose="00000600000000000000" charset="-52"/>
              </a:rPr>
              <a:t> </a:t>
            </a:r>
            <a:r>
              <a:rPr lang="ru-RU" dirty="0" err="1">
                <a:latin typeface="Gilroy Medium" panose="00000600000000000000" charset="-52"/>
              </a:rPr>
              <a:t>Generated</a:t>
            </a:r>
            <a:r>
              <a:rPr lang="ru-RU" dirty="0">
                <a:latin typeface="Gilroy Medium" panose="00000600000000000000" charset="-52"/>
              </a:rPr>
              <a:t> </a:t>
            </a:r>
            <a:r>
              <a:rPr lang="ru-RU" dirty="0" err="1">
                <a:latin typeface="Gilroy Medium" panose="00000600000000000000" charset="-52"/>
              </a:rPr>
              <a:t>Content</a:t>
            </a:r>
            <a:r>
              <a:rPr lang="ru-RU" dirty="0">
                <a:latin typeface="Gilroy Medium" panose="00000600000000000000" charset="-52"/>
              </a:rPr>
              <a:t>)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минималистичный интерфейс, фокус на тексте и обсуждении</a:t>
            </a:r>
            <a:r>
              <a:rPr lang="en-US" dirty="0">
                <a:latin typeface="Gilroy Medium" panose="00000600000000000000" charset="-52"/>
              </a:rPr>
              <a:t>,</a:t>
            </a:r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– нет прямых CTA – цель: удержание и вовлечение.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EA28E5-F229-4A44-8BA2-72661511081C}"/>
              </a:ext>
            </a:extLst>
          </p:cNvPr>
          <p:cNvSpPr txBox="1"/>
          <p:nvPr/>
        </p:nvSpPr>
        <p:spPr>
          <a:xfrm>
            <a:off x="201583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Романов Александр Дмитриевич,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241-321  ППИ Контроль знаний 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latin typeface="Gilroy Medium" panose="00000600000000000000" charset="-52"/>
              </a:rPr>
              <a:t>8</a:t>
            </a:fld>
            <a:endParaRPr lang="ru-RU" sz="3200" dirty="0"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202564"/>
            <a:ext cx="14296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Вопрос </a:t>
            </a:r>
            <a:r>
              <a:rPr lang="ru-RU" sz="2000" dirty="0">
                <a:latin typeface="Gilroy Medium" panose="00000600000000000000" charset="-52"/>
                <a:ea typeface="+mj-ea"/>
                <a:cs typeface="+mj-cs"/>
              </a:rPr>
              <a:t>17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80B2B-EB67-4F8A-B99A-3B4BEA7BEE1A}"/>
              </a:ext>
            </a:extLst>
          </p:cNvPr>
          <p:cNvSpPr txBox="1"/>
          <p:nvPr/>
        </p:nvSpPr>
        <p:spPr>
          <a:xfrm>
            <a:off x="2139461" y="171786"/>
            <a:ext cx="7913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Gilroy Medium" panose="00000600000000000000" charset="-52"/>
                <a:ea typeface="+mj-ea"/>
                <a:cs typeface="+mj-cs"/>
              </a:rPr>
              <a:t>Основные виды и типы сайтов и их характеристики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F5A43CA-7AB6-45CC-B9B6-3003E89217C1}"/>
              </a:ext>
            </a:extLst>
          </p:cNvPr>
          <p:cNvSpPr/>
          <p:nvPr/>
        </p:nvSpPr>
        <p:spPr>
          <a:xfrm>
            <a:off x="2140404" y="4988989"/>
            <a:ext cx="2751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Gilroy Medium" panose="00000600000000000000" charset="-52"/>
              </a:rPr>
              <a:t>Соцсеть</a:t>
            </a:r>
          </a:p>
          <a:p>
            <a:pPr algn="ctr"/>
            <a:r>
              <a:rPr lang="ru-RU" sz="1400" dirty="0">
                <a:latin typeface="Gilroy Medium" panose="00000600000000000000" charset="-52"/>
              </a:rPr>
              <a:t>(</a:t>
            </a:r>
            <a:r>
              <a:rPr lang="ru-RU" sz="1400" dirty="0" err="1">
                <a:latin typeface="Gilroy Medium" panose="00000600000000000000" charset="-52"/>
              </a:rPr>
              <a:t>Реддит</a:t>
            </a:r>
            <a:r>
              <a:rPr lang="ru-RU" sz="1400" dirty="0">
                <a:latin typeface="Gilroy Medium" panose="00000600000000000000" charset="-52"/>
              </a:rPr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F88D9E-F9A5-4FB9-911B-4FCF42F60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549" y="2028808"/>
            <a:ext cx="5808785" cy="29601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5513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</a:t>
            </a:r>
            <a:r>
              <a:rPr lang="ru-RU" sz="2800"/>
              <a:t>и е ! 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798005" y="3906053"/>
            <a:ext cx="6595989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Романов Александр Дмитриевич,  группа </a:t>
            </a:r>
            <a:r>
              <a:rPr lang="ru-RU" dirty="0">
                <a:latin typeface="Gilroy Medium" panose="00000600000000000000" charset="-52"/>
              </a:rPr>
              <a:t>241-321</a:t>
            </a:r>
            <a:r>
              <a:rPr lang="ru-RU" sz="1800" dirty="0">
                <a:latin typeface="Gilroy Medium" panose="00000600000000000000" charset="-52"/>
              </a:rPr>
              <a:t>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Преподаватели </a:t>
            </a:r>
            <a:r>
              <a:rPr lang="ru-RU" sz="1800" dirty="0">
                <a:latin typeface="Gilroy Medium" panose="00000600000000000000" charset="-52"/>
              </a:rPr>
              <a:t>Пухова Е.А. </a:t>
            </a: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Натур В.В</a:t>
            </a:r>
            <a:r>
              <a:rPr lang="ru-RU" sz="1800" dirty="0">
                <a:solidFill>
                  <a:schemeClr val="tx1"/>
                </a:solidFill>
                <a:latin typeface="Gilroy Medium" panose="00000600000000000000" charset="-52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Проектирование пользовательских интерфейсов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</a:rPr>
              <a:t>Контроль знаний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931</TotalTime>
  <Words>547</Words>
  <Application>Microsoft Office PowerPoint</Application>
  <PresentationFormat>Широкоэкранный</PresentationFormat>
  <Paragraphs>101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Verdana</vt:lpstr>
      <vt:lpstr>Gilroy Medium</vt:lpstr>
      <vt:lpstr>Calibri</vt:lpstr>
      <vt:lpstr>Arial</vt:lpstr>
      <vt:lpstr>Gilroy Bold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K</cp:lastModifiedBy>
  <cp:revision>71</cp:revision>
  <dcterms:created xsi:type="dcterms:W3CDTF">2024-05-27T20:04:35Z</dcterms:created>
  <dcterms:modified xsi:type="dcterms:W3CDTF">2025-12-24T11:41:51Z</dcterms:modified>
</cp:coreProperties>
</file>