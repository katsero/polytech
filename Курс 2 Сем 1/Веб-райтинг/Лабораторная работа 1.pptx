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9"/>
  </p:notesMasterIdLst>
  <p:sldIdLst>
    <p:sldId id="256" r:id="rId2"/>
    <p:sldId id="257" r:id="rId3"/>
    <p:sldId id="267" r:id="rId4"/>
    <p:sldId id="268" r:id="rId5"/>
    <p:sldId id="269" r:id="rId6"/>
    <p:sldId id="271" r:id="rId7"/>
    <p:sldId id="258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ilroy Bold" panose="00000800000000000000" charset="-52"/>
      <p:bold r:id="rId14"/>
    </p:embeddedFont>
    <p:embeddedFont>
      <p:font typeface="Gilroy Medium" panose="00000600000000000000" charset="-52"/>
      <p:regular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656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584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14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02.12.2025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02.12.2025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02.12.2025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02.12.2025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02.12.2025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логотипа компании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5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49EF8-B780-5DED-62AA-D959F4639613}"/>
              </a:ext>
            </a:extLst>
          </p:cNvPr>
          <p:cNvSpPr txBox="1"/>
          <p:nvPr/>
        </p:nvSpPr>
        <p:spPr>
          <a:xfrm>
            <a:off x="2994457" y="3523035"/>
            <a:ext cx="620308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«Логотип как основа корпоративной айдентики»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33D7B-345D-FF4C-99B1-5C5E565255E2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845733"/>
            <a:ext cx="9464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Gilroy Bold" panose="00000800000000000000" charset="-52"/>
                <a:ea typeface="+mj-ea"/>
                <a:cs typeface="+mj-cs"/>
              </a:rPr>
              <a:t>Цель</a:t>
            </a:r>
            <a:r>
              <a:rPr lang="ru-RU" sz="2400" dirty="0">
                <a:latin typeface="Gilroy Bold" panose="00000800000000000000" charset="-52"/>
                <a:ea typeface="+mj-ea"/>
                <a:cs typeface="+mj-cs"/>
              </a:rPr>
              <a:t>: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изучить правила и особенности разработки главной визуальной составляющей айдентики компании - логотипа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18B80-1455-6C52-1217-55A675942077}"/>
              </a:ext>
            </a:extLst>
          </p:cNvPr>
          <p:cNvSpPr txBox="1"/>
          <p:nvPr/>
        </p:nvSpPr>
        <p:spPr>
          <a:xfrm>
            <a:off x="457200" y="3272383"/>
            <a:ext cx="112407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Gilroy Bold" panose="00000800000000000000" charset="-52"/>
                <a:ea typeface="+mj-ea"/>
                <a:cs typeface="+mj-cs"/>
              </a:rPr>
              <a:t>Основная задача</a:t>
            </a:r>
            <a:r>
              <a:rPr lang="ru-RU" sz="2400" dirty="0">
                <a:latin typeface="Gilroy Bold" panose="00000800000000000000" charset="-52"/>
                <a:ea typeface="+mj-ea"/>
                <a:cs typeface="+mj-cs"/>
              </a:rPr>
              <a:t>:</a:t>
            </a:r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 вы собираетесь создать веб-студию. Для того, чтобы красиво выйти на рынок, нужно иметь уже разработанный внешний имидж компании: ее айдентику. Постарайтесь определиться, чем будет заниматься ваша веб-студия, и отразить это направление в имени компании и ее логотипе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Постановка цели и основной задачи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72939" y="1426120"/>
            <a:ext cx="11512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Логотип – это один из основных элементов фирменного стиля, представляет собой оригинальное начертание наименования фирмы или товара. Логотип, как правило, состоит из графического знака и названия компании. Основные функции: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7F2A5-498A-A3B9-709B-53BE22A9573A}"/>
              </a:ext>
            </a:extLst>
          </p:cNvPr>
          <p:cNvSpPr txBox="1"/>
          <p:nvPr/>
        </p:nvSpPr>
        <p:spPr>
          <a:xfrm>
            <a:off x="118454" y="2349450"/>
            <a:ext cx="11714077" cy="387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Фактическая. Это установление контакта с потенциальным потребителем. Задача логотипа – вызвать не только узнавание, но и интерес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Контекстная. Такие логотипы должны сразу дать понять, о каком товаре идет речь, намекнуть на этот товар своей формой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Экспрессивная. Компания заявляет своим логотипом о своих ценностных приоритетах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Gilroy Medium" panose="00000600000000000000" charset="-52"/>
                <a:ea typeface="+mj-ea"/>
                <a:cs typeface="+mj-cs"/>
              </a:rPr>
              <a:t>Импрессивная</a:t>
            </a: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, направленная на потребителя. Логотип с этой функцией, как правило, содержит портрет потребителя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Металингвистическая. Это установка сообщения на контент. Это использование информационного кода (цветового, знакового), через который мы демонстрируем отличия и ценности нашего продукта.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Эстетическая. Это так называемые </a:t>
            </a:r>
            <a:r>
              <a:rPr lang="ru-RU" dirty="0" err="1">
                <a:latin typeface="Gilroy Medium" panose="00000600000000000000" charset="-52"/>
                <a:ea typeface="+mj-ea"/>
                <a:cs typeface="+mj-cs"/>
              </a:rPr>
              <a:t>автотелические</a:t>
            </a: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 логотипы, то есть соотносящиеся с самими собой и ценные сами по себе. Их основная цель – понравиться, доставить эстетическое удовольствие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9069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Что такое логотип, и какие его основные функции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11479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3" y="561912"/>
            <a:ext cx="9348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Medium" panose="00000600000000000000" charset="-52"/>
                <a:ea typeface="+mj-ea"/>
                <a:cs typeface="+mj-cs"/>
              </a:rPr>
              <a:t>Основные требования к логотипу: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7F2A5-498A-A3B9-709B-53BE22A9573A}"/>
              </a:ext>
            </a:extLst>
          </p:cNvPr>
          <p:cNvSpPr txBox="1"/>
          <p:nvPr/>
        </p:nvSpPr>
        <p:spPr>
          <a:xfrm>
            <a:off x="272940" y="1219013"/>
            <a:ext cx="11512494" cy="525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Цельность. Все элементы логотипа должны быть взаимосвязаны, логотип должен смотреться как единое целое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Эмоциональная насыщенность. Логотип должен вызывать определенное количество положительных эмоций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Ассоциативность. Достаточное количество ассоциаций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Однозначность. Сколько бы ассоциаций ни вызывал логотип, они все должны находиться в русле самовосприятия компании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Читаемость. Логотип должен без потерь восприниматься в монохромном варианте, выдерживать уменьшение и увеличение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Оригинальность. Логотип не должен быть похож ни на один другой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Запоминаемость. Чем быстрее потенциальные аудитории запомнят наш логотип, тем меньше денег понадобится для его раскрутки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Гибкость. Это требование важно, если у организации есть дочерние компании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Долговечность. Логотип может меняться, это подвижная знаковая система, пластично приспосабливающаяся к пространственно-временным изменениям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541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75650" y="3105834"/>
            <a:ext cx="11240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-52"/>
                <a:ea typeface="+mj-ea"/>
                <a:cs typeface="+mj-cs"/>
              </a:rPr>
              <a:t>Мы – веб-студия, ориентированная на создание уникальных и функциональных веб-сайтов для бизнеса и делающая акцент на современные технологии и удобство для пользователя.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84F16-1627-37D1-11BD-AB63039C9E10}"/>
              </a:ext>
            </a:extLst>
          </p:cNvPr>
          <p:cNvSpPr txBox="1"/>
          <p:nvPr/>
        </p:nvSpPr>
        <p:spPr>
          <a:xfrm>
            <a:off x="339753" y="512378"/>
            <a:ext cx="9464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Кто мы?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11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84F16-1627-37D1-11BD-AB63039C9E10}"/>
              </a:ext>
            </a:extLst>
          </p:cNvPr>
          <p:cNvSpPr txBox="1"/>
          <p:nvPr/>
        </p:nvSpPr>
        <p:spPr>
          <a:xfrm>
            <a:off x="339753" y="512378"/>
            <a:ext cx="9464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Как нас идентифицировать?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C1003-EE84-3054-0E48-ED0F1CF211FC}"/>
              </a:ext>
            </a:extLst>
          </p:cNvPr>
          <p:cNvSpPr txBox="1"/>
          <p:nvPr/>
        </p:nvSpPr>
        <p:spPr>
          <a:xfrm>
            <a:off x="3631530" y="4681906"/>
            <a:ext cx="4928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Выбранный логотип веб-студии «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WebFlow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»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F9D062-A0C5-4DC1-857A-97ED98F85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955" y="1934495"/>
            <a:ext cx="6770085" cy="262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0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логотипа компании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09D06-C6EB-C548-97BF-C6F28E37623B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971</TotalTime>
  <Words>473</Words>
  <Application>Microsoft Office PowerPoint</Application>
  <PresentationFormat>Широкоэкранный</PresentationFormat>
  <Paragraphs>53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Gilroy Bold</vt:lpstr>
      <vt:lpstr>Gilroy Medium</vt:lpstr>
      <vt:lpstr>Verdana</vt:lpstr>
      <vt:lpstr>Calibri</vt:lpstr>
      <vt:lpstr>Helvetica Neue</vt:lpstr>
      <vt:lpstr>Arial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Katsero</dc:creator>
  <cp:lastModifiedBy>K</cp:lastModifiedBy>
  <cp:revision>77</cp:revision>
  <dcterms:created xsi:type="dcterms:W3CDTF">2024-05-27T20:04:35Z</dcterms:created>
  <dcterms:modified xsi:type="dcterms:W3CDTF">2025-12-02T09:01:07Z</dcterms:modified>
</cp:coreProperties>
</file>