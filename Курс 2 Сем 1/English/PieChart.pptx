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5"/>
  </p:notesMasterIdLst>
  <p:sldIdLst>
    <p:sldId id="256" r:id="rId2"/>
    <p:sldId id="273" r:id="rId3"/>
    <p:sldId id="258" r:id="rId4"/>
  </p:sldIdLst>
  <p:sldSz cx="12192000" cy="6858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Gilroy Bold" panose="00000800000000000000" charset="-52"/>
      <p:bold r:id="rId10"/>
    </p:embeddedFont>
    <p:embeddedFont>
      <p:font typeface="Gilroy Medium" panose="00000600000000000000" charset="-52"/>
      <p:regular r:id="rId11"/>
    </p:embeddedFon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O:\github\Polytech\&#1050;&#1091;&#1088;&#1089;%202%20&#1057;&#1077;&#1084;%201\English\Pie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7911969940955447E-2"/>
          <c:y val="9.0357849433387566E-2"/>
          <c:w val="0.95276435856146002"/>
          <c:h val="0.77172461882423327"/>
        </c:manualLayout>
      </c:layout>
      <c:pie3DChart>
        <c:varyColors val="1"/>
        <c:ser>
          <c:idx val="0"/>
          <c:order val="0"/>
          <c:dPt>
            <c:idx val="0"/>
            <c:bubble3D val="0"/>
            <c:explosion val="15"/>
            <c:spPr>
              <a:solidFill>
                <a:srgbClr val="B4785A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C2B-49E8-8908-1216B52BE727}"/>
              </c:ext>
            </c:extLst>
          </c:dPt>
          <c:dPt>
            <c:idx val="1"/>
            <c:bubble3D val="0"/>
            <c:spPr>
              <a:solidFill>
                <a:srgbClr val="F5EBD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C2B-49E8-8908-1216B52BE727}"/>
              </c:ext>
            </c:extLst>
          </c:dPt>
          <c:dPt>
            <c:idx val="2"/>
            <c:bubble3D val="0"/>
            <c:spPr>
              <a:solidFill>
                <a:srgbClr val="3C281E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C2B-49E8-8908-1216B52BE727}"/>
              </c:ext>
            </c:extLst>
          </c:dPt>
          <c:dPt>
            <c:idx val="3"/>
            <c:bubble3D val="0"/>
            <c:spPr>
              <a:solidFill>
                <a:srgbClr val="825A3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C2B-49E8-8908-1216B52BE727}"/>
              </c:ext>
            </c:extLst>
          </c:dPt>
          <c:dPt>
            <c:idx val="4"/>
            <c:bubble3D val="0"/>
            <c:spPr>
              <a:solidFill>
                <a:srgbClr val="A0648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C2B-49E8-8908-1216B52BE7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Лист1!$B$2:$F$2</c:f>
              <c:strCache>
                <c:ptCount val="5"/>
                <c:pt idx="0">
                  <c:v>Milk</c:v>
                </c:pt>
                <c:pt idx="1">
                  <c:v>White</c:v>
                </c:pt>
                <c:pt idx="2">
                  <c:v>Dark</c:v>
                </c:pt>
                <c:pt idx="3">
                  <c:v>With nuts</c:v>
                </c:pt>
                <c:pt idx="4">
                  <c:v>Other</c:v>
                </c:pt>
              </c:strCache>
            </c:strRef>
          </c:cat>
          <c:val>
            <c:numRef>
              <c:f>Лист1!$B$3:$F$3</c:f>
              <c:numCache>
                <c:formatCode>General</c:formatCode>
                <c:ptCount val="5"/>
                <c:pt idx="0">
                  <c:v>30</c:v>
                </c:pt>
                <c:pt idx="1">
                  <c:v>9</c:v>
                </c:pt>
                <c:pt idx="2">
                  <c:v>6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C2B-49E8-8908-1216B52BE7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204403193562164E-3"/>
          <c:y val="0.86851592140346545"/>
          <c:w val="0.99021204475044489"/>
          <c:h val="0.112183719159000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23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03.12.2025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03.12.2025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03.12.2025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03.12.2025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03.12.2025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03.12.2025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03.12.2025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03.12.2025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Gilroy Bold" panose="00000800000000000000" charset="-52"/>
              </a:rPr>
              <a:t>Foreign language</a:t>
            </a:r>
            <a:endParaRPr lang="ru-RU" b="1" dirty="0">
              <a:latin typeface="Gilroy Bold" panose="00000800000000000000" charset="-52"/>
            </a:endParaRPr>
          </a:p>
          <a:p>
            <a:pPr algn="ctr"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in the field of 09.03.01 Informatics and Computational Technology</a:t>
            </a:r>
          </a:p>
          <a:p>
            <a:pPr algn="ctr"/>
            <a:r>
              <a:rPr lang="en-US" dirty="0">
                <a:latin typeface="Gilroy Medium" panose="00000600000000000000" charset="-52"/>
                <a:ea typeface="+mj-ea"/>
                <a:cs typeface="+mj-cs"/>
              </a:rPr>
              <a:t>Educational Program (Track): “Web Technologies”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Bold" panose="00000800000000000000" charset="-52"/>
              </a:rPr>
              <a:t>Foreign language</a:t>
            </a:r>
          </a:p>
          <a:p>
            <a:pPr algn="ctr"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Pie chart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4782071" y="5529669"/>
            <a:ext cx="707367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latin typeface="Gilroy Medium" panose="00000600000000000000" charset="-52"/>
              </a:rPr>
              <a:t>Student</a:t>
            </a:r>
            <a:r>
              <a:rPr lang="ru-RU" sz="1800" dirty="0">
                <a:latin typeface="Gilroy Medium" panose="00000600000000000000" charset="-52"/>
              </a:rPr>
              <a:t>: Романов Александр Дмитриевич, </a:t>
            </a:r>
            <a:r>
              <a:rPr lang="en-US" sz="1800" dirty="0">
                <a:latin typeface="Gilroy Medium" panose="00000600000000000000" charset="-52"/>
              </a:rPr>
              <a:t>group</a:t>
            </a:r>
            <a:r>
              <a:rPr lang="ru-RU" sz="1800" dirty="0">
                <a:latin typeface="Gilroy Medium" panose="00000600000000000000" charset="-52"/>
              </a:rPr>
              <a:t>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Колодина Елизавета Дмитриевна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solidFill>
                  <a:schemeClr val="tx1"/>
                </a:solidFill>
              </a:rPr>
              <a:t>2</a:t>
            </a:fld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1365" y="572554"/>
            <a:ext cx="11418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Gilroy Medium" panose="00000600000000000000" charset="0"/>
              </a:rPr>
              <a:t>«</a:t>
            </a:r>
            <a:r>
              <a:rPr lang="en-US" sz="3600" dirty="0">
                <a:latin typeface="Gilroy Medium" panose="00000600000000000000" charset="0"/>
              </a:rPr>
              <a:t>Favorite Chocolate</a:t>
            </a:r>
            <a:r>
              <a:rPr lang="ru-RU" sz="3600" dirty="0">
                <a:latin typeface="Gilroy Medium" panose="00000600000000000000" charset="0"/>
              </a:rPr>
              <a:t>»</a:t>
            </a:r>
            <a:r>
              <a:rPr lang="en-US" sz="3600" dirty="0">
                <a:latin typeface="Gilroy Medium" panose="00000600000000000000" charset="0"/>
              </a:rPr>
              <a:t> pie</a:t>
            </a:r>
            <a:r>
              <a:rPr lang="ru-RU" sz="3600" dirty="0">
                <a:latin typeface="Gilroy Medium" panose="00000600000000000000" charset="0"/>
              </a:rPr>
              <a:t> </a:t>
            </a:r>
            <a:r>
              <a:rPr lang="en-US" sz="3600" dirty="0">
                <a:latin typeface="Gilroy Medium" panose="00000600000000000000" charset="0"/>
              </a:rPr>
              <a:t>chart</a:t>
            </a:r>
            <a:endParaRPr lang="ru-RU" sz="3600" dirty="0">
              <a:latin typeface="Gilroy Medium" panose="0000060000000000000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</a:pPr>
            <a:r>
              <a:rPr lang="ru-RU" sz="1100" dirty="0">
                <a:latin typeface="Gilroy Medium" panose="00000600000000000000" charset="-52"/>
              </a:rPr>
              <a:t>Романов Александр Дмитриевич, </a:t>
            </a:r>
            <a:r>
              <a:rPr lang="en-US" sz="1100" dirty="0">
                <a:latin typeface="Gilroy Medium" panose="00000600000000000000" charset="-52"/>
              </a:rPr>
              <a:t>group</a:t>
            </a:r>
            <a:r>
              <a:rPr lang="ru-RU" sz="1100" dirty="0">
                <a:latin typeface="Gilroy Medium" panose="00000600000000000000" charset="-52"/>
              </a:rPr>
              <a:t> 241-321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A663F-C7C9-489A-B7B6-BCFBFB905C2D}"/>
              </a:ext>
            </a:extLst>
          </p:cNvPr>
          <p:cNvSpPr txBox="1"/>
          <p:nvPr/>
        </p:nvSpPr>
        <p:spPr>
          <a:xfrm>
            <a:off x="11011519" y="6668442"/>
            <a:ext cx="1312938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>
                <a:latin typeface="Gilroy Medium" panose="00000600000000000000" charset="0"/>
              </a:rPr>
              <a:t>Your advertisement could be here</a:t>
            </a:r>
            <a:endParaRPr lang="ru-RU" sz="400" dirty="0">
              <a:latin typeface="Gilroy Medium" panose="00000600000000000000" charset="0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1AE3821D-6513-4ECA-B227-DF16AACC2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2266592"/>
              </p:ext>
            </p:extLst>
          </p:nvPr>
        </p:nvGraphicFramePr>
        <p:xfrm>
          <a:off x="3138487" y="1454943"/>
          <a:ext cx="5915025" cy="394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9962AA-5488-4216-A607-2E81189FA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58" y="2567170"/>
            <a:ext cx="1908937" cy="17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4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en-US" sz="2800" dirty="0"/>
              <a:t>Thanks for your attention</a:t>
            </a:r>
            <a:r>
              <a:rPr lang="ru-RU" sz="2800" dirty="0"/>
              <a:t>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990566" y="4026416"/>
            <a:ext cx="654258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Student</a:t>
            </a:r>
            <a:r>
              <a:rPr lang="ru-RU" dirty="0">
                <a:latin typeface="Gilroy Medium" panose="00000600000000000000" charset="-52"/>
              </a:rPr>
              <a:t>: Романов Александр Дмитриевич,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en-US" dirty="0">
                <a:latin typeface="Gilroy Medium" panose="00000600000000000000" charset="-52"/>
              </a:rPr>
              <a:t>Instructor</a:t>
            </a:r>
            <a:r>
              <a:rPr lang="ru-RU" dirty="0">
                <a:latin typeface="Gilroy Medium" panose="00000600000000000000" charset="-52"/>
              </a:rPr>
              <a:t>: Колодина Елизавета Дмитриевна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latin typeface="Gilroy Bold" panose="00000800000000000000" charset="-52"/>
              </a:rPr>
              <a:t>Foreign language</a:t>
            </a:r>
            <a:endParaRPr lang="ru-RU" sz="2800" b="1" dirty="0">
              <a:latin typeface="Gilroy Bold" panose="00000800000000000000" charset="-52"/>
            </a:endParaRPr>
          </a:p>
          <a:p>
            <a:pPr algn="ctr">
              <a:defRPr/>
            </a:pPr>
            <a:r>
              <a:rPr lang="en-US" sz="2800" dirty="0">
                <a:latin typeface="Gilroy Medium" panose="00000600000000000000" charset="-52"/>
              </a:rPr>
              <a:t>Pie chart</a:t>
            </a:r>
            <a:endParaRPr lang="ru-RU" sz="2800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825</TotalTime>
  <Words>82</Words>
  <Application>Microsoft Office PowerPoint</Application>
  <PresentationFormat>Широкоэкранный</PresentationFormat>
  <Paragraphs>22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Gilroy Medium</vt:lpstr>
      <vt:lpstr>Verdana</vt:lpstr>
      <vt:lpstr>Gilroy Bold</vt:lpstr>
      <vt:lpstr>Calibri</vt:lpstr>
      <vt:lpstr>Arial</vt:lpstr>
      <vt:lpstr>Тема2</vt:lpstr>
      <vt:lpstr>Презентация PowerPoint</vt:lpstr>
      <vt:lpstr>Презентация PowerPoint</vt:lpstr>
      <vt:lpstr>Thanks for your attention!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Александр Романов</cp:lastModifiedBy>
  <cp:revision>69</cp:revision>
  <dcterms:created xsi:type="dcterms:W3CDTF">2024-05-27T20:04:35Z</dcterms:created>
  <dcterms:modified xsi:type="dcterms:W3CDTF">2025-12-03T17:35:23Z</dcterms:modified>
</cp:coreProperties>
</file>